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1"/>
  </p:sldMasterIdLst>
  <p:notesMasterIdLst>
    <p:notesMasterId r:id="rId24"/>
  </p:notesMasterIdLst>
  <p:sldIdLst>
    <p:sldId id="256" r:id="rId2"/>
    <p:sldId id="258" r:id="rId3"/>
    <p:sldId id="259" r:id="rId4"/>
    <p:sldId id="279" r:id="rId5"/>
    <p:sldId id="280" r:id="rId6"/>
    <p:sldId id="262" r:id="rId7"/>
    <p:sldId id="265"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538952-477B-4BD7-A4A3-5D61AC24E2C0}">
  <a:tblStyle styleId="{B8538952-477B-4BD7-A4A3-5D61AC24E2C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D82E061-132E-4F77-8F23-0B4F6D9CAF7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67" autoAdjust="0"/>
    <p:restoredTop sz="83131" autoAdjust="0"/>
  </p:normalViewPr>
  <p:slideViewPr>
    <p:cSldViewPr snapToGrid="0">
      <p:cViewPr>
        <p:scale>
          <a:sx n="100" d="100"/>
          <a:sy n="100" d="100"/>
        </p:scale>
        <p:origin x="49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 name="Google Shape;94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mtClean="0"/>
              <a:t>In a typical web app, the application server sits “behind” the web server and provides services via standardized protocols.</a:t>
            </a:r>
          </a:p>
          <a:p>
            <a:pPr marL="0" lvl="0" indent="0" algn="l" rtl="0">
              <a:spcBef>
                <a:spcPts val="0"/>
              </a:spcBef>
              <a:spcAft>
                <a:spcPts val="0"/>
              </a:spcAft>
              <a:buNone/>
            </a:pPr>
            <a:r>
              <a:rPr lang="en-GB" smtClean="0"/>
              <a:t>Key responsibilities include managing sessions, transactions, security and pooling resources (like database connections) so that developers can focus on business logic.</a:t>
            </a:r>
          </a:p>
          <a:p>
            <a:pPr marL="0" lvl="0" indent="0" algn="l" rtl="0">
              <a:spcBef>
                <a:spcPts val="0"/>
              </a:spcBef>
              <a:spcAft>
                <a:spcPts val="0"/>
              </a:spcAft>
              <a:buNone/>
            </a:pPr>
            <a:r>
              <a:rPr lang="en-GB" smtClean="0"/>
              <a:t>For example, the Jakarta EE (formerly Java EE) container model defines web containers for servlets/JSPs and EJB containers for business logic, and the application server ensures features like transaction and security are applied consistently.</a:t>
            </a:r>
          </a:p>
          <a:p>
            <a:pPr marL="0" lvl="0" indent="0" algn="l" rtl="0">
              <a:spcBef>
                <a:spcPts val="0"/>
              </a:spcBef>
              <a:spcAft>
                <a:spcPts val="0"/>
              </a:spcAft>
              <a:buNone/>
            </a:pPr>
            <a:r>
              <a:rPr lang="en-GB" smtClean="0"/>
              <a:t>These servers often support clustering and load-balancing to meet enterprise needs, enabling high availability and scalability.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mtClean="0"/>
              <a:t>Trong kiến ​​trúc ba tầng, các yêu cầu đầu tiên được xử lý bởi máy chủ web, sau đó chuyển chúng đến </a:t>
            </a:r>
            <a:r>
              <a:rPr lang="en-US" smtClean="0"/>
              <a:t>application</a:t>
            </a:r>
            <a:r>
              <a:rPr lang="en-US" baseline="0" smtClean="0"/>
              <a:t> server</a:t>
            </a:r>
            <a:r>
              <a:rPr lang="vi-VN" smtClean="0"/>
              <a:t> để xử lý nghiệp vụ. Sau đó, </a:t>
            </a:r>
            <a:r>
              <a:rPr lang="en-US" smtClean="0"/>
              <a:t>application</a:t>
            </a:r>
            <a:r>
              <a:rPr lang="en-US" baseline="0" smtClean="0"/>
              <a:t> server</a:t>
            </a:r>
            <a:r>
              <a:rPr lang="vi-VN" smtClean="0"/>
              <a:t> có thể giao tiếp với máy chủ cơ sở dữ liệu để truy xuất hoặc lưu trữ dữ liệu. Phản hồi được trả về cho người dùng thông qua cùng một đường dẫn. Sự tách biệt này đảm bảo khả năng mở rộng, tính mô-đun và bảo trì dễ dàng hơn.</a:t>
            </a:r>
            <a:endParaRPr lang="en-US" smtClean="0"/>
          </a:p>
          <a:p>
            <a:pPr marL="0" lvl="0" indent="0" algn="l" rtl="0">
              <a:spcBef>
                <a:spcPts val="0"/>
              </a:spcBef>
              <a:spcAft>
                <a:spcPts val="0"/>
              </a:spcAft>
              <a:buNone/>
            </a:pPr>
            <a:endParaRPr/>
          </a:p>
        </p:txBody>
      </p:sp>
    </p:spTree>
    <p:extLst>
      <p:ext uri="{BB962C8B-B14F-4D97-AF65-F5344CB8AC3E}">
        <p14:creationId xmlns:p14="http://schemas.microsoft.com/office/powerpoint/2010/main" val="4237271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mtClean="0"/>
              <a:t>Container - Container là môi trường thời gian chạy cung cấp các dịch vụ như bảo mật và quản lý giao dịch cho các thành phần J2EE. Hình 1–1 cho thấy hai loại container J2EE: Web và EJB. Các thành phần Web, chẳng hạn như các trang JSP và servlet, chạy trong container Web. Enterprise bean, các thành phần của công nghệ EJB, chạy trong container EJB.</a:t>
            </a:r>
          </a:p>
          <a:p>
            <a:pPr marL="0" lvl="0" indent="0" algn="l" rtl="0">
              <a:spcBef>
                <a:spcPts val="0"/>
              </a:spcBef>
              <a:spcAft>
                <a:spcPts val="0"/>
              </a:spcAft>
              <a:buNone/>
            </a:pPr>
            <a:endParaRPr lang="vi-VN" smtClean="0"/>
          </a:p>
          <a:p>
            <a:pPr marL="0" lvl="0" indent="0" algn="l" rtl="0">
              <a:spcBef>
                <a:spcPts val="0"/>
              </a:spcBef>
              <a:spcAft>
                <a:spcPts val="0"/>
              </a:spcAft>
              <a:buNone/>
            </a:pPr>
            <a:r>
              <a:rPr lang="vi-VN" smtClean="0"/>
              <a:t>Client Access - Khi chạy, trình duyệt client truy cập các ứng dụng Web bằng cách giao tiếp với máy chủ Web qua HTTP, giao thức được sử dụng trên toàn bộ Internet. Giao thức HTTPS dành cho các ứng dụng yêu cầu giao tiếp an toàn. Enterprise bean client giao tiếp với Object Request Broker (ORB) thông qua các giao thức IIOP hoặc IIOP/SSL (bảo mật). Application Server có các trình lắng nghe riêng cho các giao thức HTTP, HTTPS, IIOP và IIOP/SSL. Mỗi trình lắng nghe có quyền sử dụng độc quyền một số cổng cụ thể.</a:t>
            </a:r>
            <a:endParaRPr lang="en-US" smtClean="0"/>
          </a:p>
          <a:p>
            <a:pPr marL="0" lvl="0" indent="0" algn="l" rtl="0">
              <a:spcBef>
                <a:spcPts val="0"/>
              </a:spcBef>
              <a:spcAft>
                <a:spcPts val="0"/>
              </a:spcAft>
              <a:buNone/>
            </a:pPr>
            <a:r>
              <a:rPr lang="en-US" smtClean="0"/>
              <a:t>Object Request Broker (ORB): </a:t>
            </a:r>
            <a:r>
              <a:rPr lang="vi-VN" smtClean="0"/>
              <a:t>Là thành phần trung gian giúp </a:t>
            </a:r>
            <a:r>
              <a:rPr lang="vi-VN" b="1" smtClean="0"/>
              <a:t>client gọi đến EJB từ xa</a:t>
            </a:r>
            <a:r>
              <a:rPr lang="vi-VN" smtClean="0"/>
              <a:t> như thể đang gọi local method, bằng cách xử lý các lời gọi hàm từ xa.</a:t>
            </a:r>
            <a:endParaRPr lang="en-US" smtClean="0"/>
          </a:p>
          <a:p>
            <a:pPr marL="0" lvl="0" indent="0" algn="l" rtl="0">
              <a:spcBef>
                <a:spcPts val="0"/>
              </a:spcBef>
              <a:spcAft>
                <a:spcPts val="0"/>
              </a:spcAft>
              <a:buNone/>
            </a:pPr>
            <a:r>
              <a:rPr lang="vi-VN" b="1" smtClean="0"/>
              <a:t>IIOP (Internet Inter-ORB Protocol)</a:t>
            </a:r>
            <a:r>
              <a:rPr lang="en-US" b="1" smtClean="0"/>
              <a:t>: </a:t>
            </a:r>
            <a:r>
              <a:rPr lang="vi-VN" smtClean="0"/>
              <a:t>Giao thức mạng tiêu chuẩn giúp các ORB khác nhau có thể giao tiếp với nhau, </a:t>
            </a:r>
            <a:r>
              <a:rPr lang="vi-VN" b="1" smtClean="0"/>
              <a:t>được sử dụng bởi CORBA</a:t>
            </a:r>
            <a:r>
              <a:rPr lang="vi-VN" smtClean="0"/>
              <a:t>.</a:t>
            </a:r>
            <a:endParaRPr lang="en-US" smtClean="0"/>
          </a:p>
          <a:p>
            <a:pPr marL="0" lvl="0" indent="0" algn="l" rtl="0">
              <a:spcBef>
                <a:spcPts val="0"/>
              </a:spcBef>
              <a:spcAft>
                <a:spcPts val="0"/>
              </a:spcAft>
              <a:buNone/>
            </a:pPr>
            <a:r>
              <a:rPr lang="en-US" b="1" smtClean="0"/>
              <a:t>IIOP/SSL</a:t>
            </a:r>
            <a:r>
              <a:rPr lang="en-US" smtClean="0"/>
              <a:t>Là phiên bản </a:t>
            </a:r>
            <a:r>
              <a:rPr lang="en-US" b="1" smtClean="0"/>
              <a:t>bảo mật</a:t>
            </a:r>
            <a:r>
              <a:rPr lang="en-US" smtClean="0"/>
              <a:t> của IIOP, sử dụng SSL (Secure Sockets</a:t>
            </a:r>
            <a:r>
              <a:rPr lang="en-US" baseline="0" smtClean="0"/>
              <a:t> Layer)</a:t>
            </a:r>
            <a:r>
              <a:rPr lang="en-US" smtClean="0"/>
              <a:t> để mã hóa dữ liệu truyền đi.</a:t>
            </a:r>
            <a:endParaRPr/>
          </a:p>
        </p:txBody>
      </p:sp>
    </p:spTree>
    <p:extLst>
      <p:ext uri="{BB962C8B-B14F-4D97-AF65-F5344CB8AC3E}">
        <p14:creationId xmlns:p14="http://schemas.microsoft.com/office/powerpoint/2010/main" val="1112841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mtClean="0"/>
              <a:t>Dịch vụ Web - Trên nền tảng J2EE, có thể triển khai ứng dụng Web cung cấp dịch vụ Web được triển khai bởi Java API cho RPC dựa trên XML (JAX-RPC). Ứng dụng hoặc thành phần J2EE cũng có thể là máy khách của các dịch vụ Web khác. Ứng dụng truy cập sổ đăng ký XML thông qua Java API cho Sổ đăng ký XML (JAXR).</a:t>
            </a:r>
            <a:endParaRPr lang="en-US" smtClean="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smtClean="0">
                <a:effectLst/>
              </a:rPr>
              <a:t>JAX-RPC (Java API for XML-Based Remote Procedure Call):</a:t>
            </a:r>
            <a:r>
              <a:rPr lang="en-GB" baseline="0" smtClean="0">
                <a:effectLst/>
              </a:rPr>
              <a:t> </a:t>
            </a:r>
            <a:r>
              <a:rPr lang="en-US" smtClean="0">
                <a:effectLst/>
              </a:rPr>
              <a:t>Nó cung cấp một cách để gọi các thủ tục từ xa (remote procedure calls) giữa các ứng dụng Java thông qua mạng.</a:t>
            </a:r>
            <a:endParaRPr lang="vi-VN" smtClean="0"/>
          </a:p>
          <a:p>
            <a:pPr marL="0" lvl="0" indent="0" algn="l" rtl="0">
              <a:spcBef>
                <a:spcPts val="0"/>
              </a:spcBef>
              <a:spcAft>
                <a:spcPts val="0"/>
              </a:spcAft>
              <a:buNone/>
            </a:pPr>
            <a:endParaRPr lang="vi-VN" smtClean="0"/>
          </a:p>
          <a:p>
            <a:pPr marL="0" lvl="0" indent="0" algn="l" rtl="0">
              <a:spcBef>
                <a:spcPts val="0"/>
              </a:spcBef>
              <a:spcAft>
                <a:spcPts val="0"/>
              </a:spcAft>
              <a:buNone/>
            </a:pPr>
            <a:r>
              <a:rPr lang="vi-VN" smtClean="0"/>
              <a:t>Dịch vụ cho Ứng dụng - Nền tảng J2EE được thiết kế để các vùng chứa cung cấp dịch vụ cho ứng dụng. Hình 1–1 hiển thị các dịch vụ sau:</a:t>
            </a:r>
          </a:p>
          <a:p>
            <a:pPr marL="0" lvl="0" indent="0" algn="l" rtl="0">
              <a:spcBef>
                <a:spcPts val="0"/>
              </a:spcBef>
              <a:spcAft>
                <a:spcPts val="0"/>
              </a:spcAft>
              <a:buNone/>
            </a:pPr>
            <a:endParaRPr lang="vi-VN" smtClean="0"/>
          </a:p>
          <a:p>
            <a:pPr marL="0" lvl="0" indent="0" algn="l" rtl="0">
              <a:spcBef>
                <a:spcPts val="0"/>
              </a:spcBef>
              <a:spcAft>
                <a:spcPts val="0"/>
              </a:spcAft>
              <a:buNone/>
            </a:pPr>
            <a:r>
              <a:rPr lang="en-US" smtClean="0"/>
              <a:t>Naming</a:t>
            </a:r>
            <a:r>
              <a:rPr lang="vi-VN" smtClean="0"/>
              <a:t> - Dịch vụ đặt tên và thư mục liên kết các đối tượng với tên. Ứng dụng J2EE định vị một đối tượng bằng cách tra cứu tên JNDI của đối tượng đó. JNDI là viết tắt của Java Naming and Directory Interface API.</a:t>
            </a:r>
          </a:p>
          <a:p>
            <a:pPr marL="0" lvl="0" indent="0" algn="l" rtl="0">
              <a:spcBef>
                <a:spcPts val="0"/>
              </a:spcBef>
              <a:spcAft>
                <a:spcPts val="0"/>
              </a:spcAft>
              <a:buNone/>
            </a:pPr>
            <a:endParaRPr lang="vi-VN" smtClean="0"/>
          </a:p>
          <a:p>
            <a:pPr marL="0" lvl="0" indent="0" algn="l" rtl="0">
              <a:spcBef>
                <a:spcPts val="0"/>
              </a:spcBef>
              <a:spcAft>
                <a:spcPts val="0"/>
              </a:spcAft>
              <a:buNone/>
            </a:pPr>
            <a:r>
              <a:rPr lang="en-US" smtClean="0"/>
              <a:t>Security</a:t>
            </a:r>
            <a:r>
              <a:rPr lang="vi-VN" smtClean="0"/>
              <a:t> - Hợp đồng ủy quyền Java cho vùng chứa (JACC) là một tập hợp các hợp đồng bảo mật được xác định cho vùng chứa J2EE. Dựa trên danh tính của máy khách, các vùng chứa hạn chế quyền truy cập vào tài nguyên và dịch vụ của vùng chứa.</a:t>
            </a:r>
            <a:endParaRPr lang="en-US" smtClean="0"/>
          </a:p>
          <a:p>
            <a:pPr marL="0" lvl="0" indent="0" algn="l" rtl="0">
              <a:spcBef>
                <a:spcPts val="0"/>
              </a:spcBef>
              <a:spcAft>
                <a:spcPts val="0"/>
              </a:spcAft>
              <a:buNone/>
            </a:pPr>
            <a:endParaRPr lang="en-US" smtClean="0"/>
          </a:p>
          <a:p>
            <a:pPr marL="0" lvl="0" indent="0" algn="l" rtl="0">
              <a:spcBef>
                <a:spcPts val="0"/>
              </a:spcBef>
              <a:spcAft>
                <a:spcPts val="0"/>
              </a:spcAft>
              <a:buNone/>
            </a:pPr>
            <a:r>
              <a:rPr lang="en-US" smtClean="0"/>
              <a:t>Transaction</a:t>
            </a:r>
            <a:r>
              <a:rPr lang="en-US" baseline="0" smtClean="0"/>
              <a:t> Management </a:t>
            </a:r>
            <a:r>
              <a:rPr lang="vi-VN" smtClean="0"/>
              <a:t>- Giao dịch là một đơn vị công việc không thể chia cắt. Ví dụ, chuyển tiền giữa các tài khoản ngân hàng là một giao dịch. Dịch vụ quản lý giao dịch đảm bảo rằng giao dịch hoàn tất đầy đủ hoặc được hoàn lại.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b="1" smtClean="0"/>
              <a:t>Định tuyến và xử lý yêu cầu</a:t>
            </a:r>
            <a:r>
              <a:rPr lang="en-US" smtClean="0"/>
              <a:t>: </a:t>
            </a:r>
            <a:r>
              <a:rPr lang="vi-VN" smtClean="0"/>
              <a:t>Máy chủ ứng dụng nhận các yêu cầu của máy khách đến (thường là HTTP), xác định trình xử lý phù hợp (ví dụ: bộ điều khiển, servlet) và định tuyến yêu cầu theo đó. Điều này bao gồm quản lý ánh xạ URL, vòng đời yêu cầu và tạo phản hồi.</a:t>
            </a:r>
            <a:endParaRPr lang="en-US" smtClean="0"/>
          </a:p>
          <a:p>
            <a:pPr marL="0" lvl="0" indent="0" algn="l" rtl="0">
              <a:spcBef>
                <a:spcPts val="0"/>
              </a:spcBef>
              <a:spcAft>
                <a:spcPts val="0"/>
              </a:spcAft>
              <a:buNone/>
            </a:pPr>
            <a:r>
              <a:rPr lang="vi-VN" b="1" smtClean="0"/>
              <a:t>Nhóm luồng và kết nối</a:t>
            </a:r>
            <a:r>
              <a:rPr lang="en-US" smtClean="0"/>
              <a:t>: </a:t>
            </a:r>
            <a:r>
              <a:rPr lang="vi-VN" smtClean="0"/>
              <a:t>Sử dụng tài nguyên hiệu quả đạt được bằng cách duy trì nhóm luồng và kết nối cơ sở dữ liệu. Điều này cho phép máy chủ xử lý nhiều yêu cầu đồng thời mà không phải tạo và hủy luồng hoặc kết nối nhiều lần.</a:t>
            </a:r>
            <a:endParaRPr lang="en-US" smtClean="0"/>
          </a:p>
          <a:p>
            <a:pPr marL="0" lvl="0" indent="0" algn="l" rtl="0">
              <a:spcBef>
                <a:spcPts val="0"/>
              </a:spcBef>
              <a:spcAft>
                <a:spcPts val="0"/>
              </a:spcAft>
              <a:buNone/>
            </a:pPr>
            <a:r>
              <a:rPr lang="vi-VN" b="1" smtClean="0"/>
              <a:t>Quản lý giao dịch (JTA)</a:t>
            </a:r>
            <a:r>
              <a:rPr lang="en-US" b="1" smtClean="0"/>
              <a:t>:</a:t>
            </a:r>
            <a:r>
              <a:rPr lang="vi-VN" b="1" smtClean="0"/>
              <a:t> </a:t>
            </a:r>
            <a:r>
              <a:rPr lang="vi-VN" b="0" smtClean="0"/>
              <a:t>Máy chủ ứng dụng cung cấp hỗ trợ tích hợp để quản lý các giao dịch trên nhiều tài nguyên (ví dụ: cơ sở dữ liệu, hàng đợi tin nhắn). JTA (Java Transaction API) đảm bảo các thuộc tính ACID và cho phép kiểm soát giao dịch khai báo thông qua chú thích hoặc cấu hình.</a:t>
            </a:r>
            <a:endParaRPr lang="en-US" b="0" smtClean="0"/>
          </a:p>
          <a:p>
            <a:pPr marL="0" lvl="0" indent="0" algn="l" rtl="0">
              <a:spcBef>
                <a:spcPts val="0"/>
              </a:spcBef>
              <a:spcAft>
                <a:spcPts val="0"/>
              </a:spcAft>
              <a:buNone/>
            </a:pPr>
            <a:r>
              <a:rPr lang="vi-VN" b="1" smtClean="0"/>
              <a:t>Bảo mật (JAAS, Spring Security, OAuth)</a:t>
            </a:r>
            <a:r>
              <a:rPr lang="en-US" smtClean="0"/>
              <a:t>: </a:t>
            </a:r>
            <a:r>
              <a:rPr lang="vi-VN" smtClean="0"/>
              <a:t>Các tính năng bảo mật bao gồm xác thực, ủy quyền và giao tiếp an toàn. Những điều này được xử lý thông qua các khuôn khổ như JAAS (Java Authentication and Authorization Service), Spring Security hoặc các cơ chế dựa trên OAuth để xác thực dựa trên mã thông báo.action API) đảm bảo các thuộc tính ACID và cho phép kiểm soát giao dịch khai báo thông qua chú thích hoặc cấu hình.</a:t>
            </a:r>
            <a:endParaRPr lang="en-US" smtClean="0"/>
          </a:p>
          <a:p>
            <a:pPr marL="0" lvl="0" indent="0" algn="l" rtl="0">
              <a:spcBef>
                <a:spcPts val="0"/>
              </a:spcBef>
              <a:spcAft>
                <a:spcPts val="0"/>
              </a:spcAft>
              <a:buNone/>
            </a:pPr>
            <a:r>
              <a:rPr lang="vi-VN" b="1" smtClean="0"/>
              <a:t>Tính liên tục của phiên</a:t>
            </a:r>
            <a:r>
              <a:rPr lang="en-US" smtClean="0"/>
              <a:t>: </a:t>
            </a:r>
            <a:r>
              <a:rPr lang="vi-VN" smtClean="0"/>
              <a:t>Máy chủ ứng dụng duy trì trạng thái phiên (ví dụ: phiên đăng nhập của người dùng) giữa các yêu cầu. Điều này có thể liên quan đến lưu trữ trong bộ nhớ, phiên được cơ sở dữ liệu hỗ trợ hoặc quản lý phiên phân tán trên các cụm để có khả năng mở rộng và khả năng chịu lỗi.</a:t>
            </a:r>
            <a:endParaRPr lang="en-US" smtClean="0"/>
          </a:p>
          <a:p>
            <a:pPr marL="0" lvl="0" indent="0" algn="l" rtl="0">
              <a:spcBef>
                <a:spcPts val="0"/>
              </a:spcBef>
              <a:spcAft>
                <a:spcPts val="0"/>
              </a:spcAft>
              <a:buNone/>
            </a:pPr>
            <a:r>
              <a:rPr lang="vi-VN" b="1" smtClean="0"/>
              <a:t>Quản lý tài nguyên (JDBC Pools, JNDI Lookup)</a:t>
            </a:r>
            <a:r>
              <a:rPr lang="en-US" smtClean="0"/>
              <a:t>: </a:t>
            </a:r>
            <a:r>
              <a:rPr lang="vi-VN" smtClean="0"/>
              <a:t>Chúng quản lý các tài nguyên như JDBC connection pool, kết nối JMS và phiên thư. JNDI (Java Naming and Directory Interface) được sử dụng để tra cứu các tài nguyên được định cấu hình trong môi trường máy chủ.</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2" name="Google Shape;1132;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b="1" smtClean="0"/>
              <a:t>Apache Tomcat</a:t>
            </a:r>
            <a:r>
              <a:rPr lang="vi-VN" smtClean="0"/>
              <a:t> là một container Java servlet mã nguồn mở miễn phí. Nó lưu trữ các ứng dụng web dựa trên Java, triển khai các thông số kỹ thuật Java Servlet và JavaServer Pages (JSP). Tomcat cung cấp một môi trường mạnh mẽ và có khả năng mở rộng cho nội dung web động, quản lý các </a:t>
            </a:r>
            <a:r>
              <a:rPr lang="en-US" smtClean="0"/>
              <a:t>S</a:t>
            </a:r>
            <a:r>
              <a:rPr lang="vi-VN" smtClean="0"/>
              <a:t>ervlet Java để xử lý các yêu cầu và tạo phản hồi hiệu quả.</a:t>
            </a:r>
            <a:endParaRPr lang="en-US" smtClean="0"/>
          </a:p>
          <a:p>
            <a:r>
              <a:rPr lang="vi-VN" b="1" smtClean="0"/>
              <a:t>Connector (Xử lý kết nối):</a:t>
            </a:r>
            <a:r>
              <a:rPr lang="vi-VN" smtClean="0"/>
              <a:t/>
            </a:r>
            <a:br>
              <a:rPr lang="vi-VN" smtClean="0"/>
            </a:br>
            <a:r>
              <a:rPr lang="vi-VN" smtClean="0"/>
              <a:t>Tomcat sử dụng thành phần Connector để lắng nghe và nhận các yêu cầu HTTP từ client. Có hai loại Connector chính: </a:t>
            </a:r>
            <a:r>
              <a:rPr lang="vi-VN" b="1" smtClean="0"/>
              <a:t>HTTP Connector</a:t>
            </a:r>
            <a:r>
              <a:rPr lang="vi-VN" smtClean="0"/>
              <a:t>: Xử lý giao thức HTTP/HTTPS (dựa trên giao thức NIO, NIO2, hoặc APR).</a:t>
            </a:r>
          </a:p>
          <a:p>
            <a:r>
              <a:rPr lang="vi-VN" b="1" smtClean="0"/>
              <a:t>AJP Connector</a:t>
            </a:r>
            <a:r>
              <a:rPr lang="vi-VN" smtClean="0"/>
              <a:t>: Dùng để giao tiếp với web server khác như Apache HTTP Server.</a:t>
            </a:r>
          </a:p>
          <a:p>
            <a:r>
              <a:rPr lang="vi-VN" smtClean="0"/>
              <a:t>Connector nhận yêu cầu, phân tích (parse) và chuyển tiếp đến Engine.</a:t>
            </a:r>
          </a:p>
          <a:p>
            <a:r>
              <a:rPr lang="vi-VN" b="1" smtClean="0"/>
              <a:t>Thread Pool (Executor):</a:t>
            </a:r>
            <a:r>
              <a:rPr lang="vi-VN" smtClean="0"/>
              <a:t/>
            </a:r>
            <a:br>
              <a:rPr lang="vi-VN" smtClean="0"/>
            </a:br>
            <a:r>
              <a:rPr lang="vi-VN" smtClean="0"/>
              <a:t>Tomcat duy trì một </a:t>
            </a:r>
            <a:r>
              <a:rPr lang="vi-VN" b="1" smtClean="0"/>
              <a:t>thread pool</a:t>
            </a:r>
            <a:r>
              <a:rPr lang="vi-VN" smtClean="0"/>
              <a:t> (bể luồng) để xử lý các yêu cầu. Mỗi yêu cầu được gán cho một luồng từ thread pool: Thread pool được cấu hình thông qua tham số maxThreads (số luồng tối đa) trong file server.xml.</a:t>
            </a:r>
          </a:p>
          <a:p>
            <a:r>
              <a:rPr lang="vi-VN" smtClean="0"/>
              <a:t>Ví dụ: Nếu maxThreads="200", Tomcat có thể xử lý tối đa 200 yêu cầu đồng thời. Các yêu cầu vượt quá giới hạn sẽ được xếp hàng chờ (queue) với tham số acceptCount.</a:t>
            </a:r>
          </a:p>
          <a:p>
            <a:r>
              <a:rPr lang="vi-VN" b="1" smtClean="0"/>
              <a:t>Request Processing Pipeline:</a:t>
            </a:r>
            <a:r>
              <a:rPr lang="vi-VN" smtClean="0"/>
              <a:t> Sau khi nhận yêu cầu, Connector chuyển nó đến </a:t>
            </a:r>
            <a:r>
              <a:rPr lang="vi-VN" b="1" smtClean="0"/>
              <a:t>Engine</a:t>
            </a:r>
            <a:r>
              <a:rPr lang="vi-VN" smtClean="0"/>
              <a:t> (như Catalina), sau đó phân phối đến </a:t>
            </a:r>
            <a:r>
              <a:rPr lang="vi-VN" b="1" smtClean="0"/>
              <a:t>Host</a:t>
            </a:r>
            <a:r>
              <a:rPr lang="vi-VN" smtClean="0"/>
              <a:t> và </a:t>
            </a:r>
            <a:r>
              <a:rPr lang="vi-VN" b="1" smtClean="0"/>
              <a:t>Context</a:t>
            </a:r>
            <a:r>
              <a:rPr lang="vi-VN" smtClean="0"/>
              <a:t> (ứng dụng web cụ thể).</a:t>
            </a:r>
          </a:p>
          <a:p>
            <a:r>
              <a:rPr lang="vi-VN" b="1" smtClean="0"/>
              <a:t>Servlet Container</a:t>
            </a:r>
            <a:r>
              <a:rPr lang="vi-VN" smtClean="0"/>
              <a:t> (trong Context) gọi Servlet tương ứng để xử lý logic nghiệp vụ, tạo phản hồi (response), và gửi lại cho client qua Connector.</a:t>
            </a:r>
          </a:p>
          <a:p>
            <a:r>
              <a:rPr lang="vi-VN" b="1" smtClean="0"/>
              <a:t>Non-Blocking I/O (NIO/NIO2):</a:t>
            </a:r>
            <a:r>
              <a:rPr lang="vi-VN" smtClean="0"/>
              <a:t> Tomcat hỗ trợ </a:t>
            </a:r>
            <a:r>
              <a:rPr lang="vi-VN" b="1" smtClean="0"/>
              <a:t>NIO (Non-blocking I/O)</a:t>
            </a:r>
            <a:r>
              <a:rPr lang="vi-VN" smtClean="0"/>
              <a:t> và </a:t>
            </a:r>
            <a:r>
              <a:rPr lang="vi-VN" b="1" smtClean="0"/>
              <a:t>NIO2 (Asynchronous I/O)</a:t>
            </a:r>
            <a:r>
              <a:rPr lang="vi-VN" smtClean="0"/>
              <a:t>, giúp xử lý nhiều kết nối đồng thời mà không cần một luồng riêng cho mỗi kết nối.</a:t>
            </a:r>
          </a:p>
          <a:p>
            <a:r>
              <a:rPr lang="vi-VN" smtClean="0"/>
              <a:t>Với NIO, Tomcat có thể quản lý hàng nghìn kết nối bằng cách sử dụng một số lượng luồng nhỏ, thông qua </a:t>
            </a:r>
            <a:r>
              <a:rPr lang="vi-VN" b="1" smtClean="0"/>
              <a:t>selector</a:t>
            </a:r>
            <a:r>
              <a:rPr lang="vi-VN" smtClean="0"/>
              <a:t> để theo dõi trạng thái của các kết nối (connection states).</a:t>
            </a:r>
          </a:p>
          <a:p>
            <a:r>
              <a:rPr lang="vi-VN" b="1" smtClean="0"/>
              <a:t>Asynchronous Processing:</a:t>
            </a:r>
            <a:r>
              <a:rPr lang="vi-VN" smtClean="0"/>
              <a:t/>
            </a:r>
            <a:br>
              <a:rPr lang="vi-VN" smtClean="0"/>
            </a:br>
            <a:r>
              <a:rPr lang="vi-VN" smtClean="0"/>
              <a:t>Tomcat hỗ trợ xử lý không đồng bộ (asynchronous processing) thông qua </a:t>
            </a:r>
            <a:r>
              <a:rPr lang="vi-VN" b="1" smtClean="0"/>
              <a:t>Servlet 3.0+</a:t>
            </a:r>
            <a:r>
              <a:rPr lang="vi-VN" smtClean="0"/>
              <a:t>: Các Servlet có thể xử lý yêu cầu không đồng bộ, giải phóng luồng chính để xử lý các yêu cầu khác trong khi chờ I/O (như truy vấn cơ sở dữ liệu).</a:t>
            </a:r>
          </a:p>
          <a:p>
            <a:r>
              <a:rPr lang="vi-VN" smtClean="0"/>
              <a:t>Điều này rất hữu ích khi xử lý các tác vụ lâu (long-running tasks) mà không làm tắc nghẽn thread pool.</a:t>
            </a:r>
          </a:p>
          <a:p>
            <a:pPr marL="0" lvl="0" indent="0" algn="l" rtl="0">
              <a:spcBef>
                <a:spcPts val="0"/>
              </a:spcBef>
              <a:spcAft>
                <a:spcPts val="0"/>
              </a:spcAft>
              <a:buNone/>
            </a:pPr>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2" name="Google Shape;1292;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2"/>
        <p:cNvGrpSpPr/>
        <p:nvPr/>
      </p:nvGrpSpPr>
      <p:grpSpPr>
        <a:xfrm>
          <a:off x="0" y="0"/>
          <a:ext cx="0" cy="0"/>
          <a:chOff x="0" y="0"/>
          <a:chExt cx="0" cy="0"/>
        </a:xfrm>
      </p:grpSpPr>
      <p:sp>
        <p:nvSpPr>
          <p:cNvPr id="1303" name="Google Shape;1303;g216241d4a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4" name="Google Shape;1304;g216241d4a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1"/>
        <p:cNvGrpSpPr/>
        <p:nvPr/>
      </p:nvGrpSpPr>
      <p:grpSpPr>
        <a:xfrm>
          <a:off x="0" y="0"/>
          <a:ext cx="0" cy="0"/>
          <a:chOff x="0" y="0"/>
          <a:chExt cx="0" cy="0"/>
        </a:xfrm>
      </p:grpSpPr>
      <p:sp>
        <p:nvSpPr>
          <p:cNvPr id="1322" name="Google Shape;1322;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3" name="Google Shape;1323;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g190cccfa9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9" name="Google Shape;1329;g190cccfa97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3" name="Google Shape;1383;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p:cNvGrpSpPr/>
        <p:nvPr/>
      </p:nvGrpSpPr>
      <p:grpSpPr>
        <a:xfrm>
          <a:off x="0" y="0"/>
          <a:ext cx="0" cy="0"/>
          <a:chOff x="0" y="0"/>
          <a:chExt cx="0" cy="0"/>
        </a:xfrm>
      </p:grpSpPr>
      <p:sp>
        <p:nvSpPr>
          <p:cNvPr id="1418" name="Google Shape;1418;g172b1845856_1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9" name="Google Shape;1419;g172b1845856_1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
        <p:cNvGrpSpPr/>
        <p:nvPr/>
      </p:nvGrpSpPr>
      <p:grpSpPr>
        <a:xfrm>
          <a:off x="0" y="0"/>
          <a:ext cx="0" cy="0"/>
          <a:chOff x="0" y="0"/>
          <a:chExt cx="0" cy="0"/>
        </a:xfrm>
      </p:grpSpPr>
      <p:sp>
        <p:nvSpPr>
          <p:cNvPr id="1446" name="Google Shape;1446;g216241d4a31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7" name="Google Shape;1447;g216241d4a3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5"/>
        <p:cNvGrpSpPr/>
        <p:nvPr/>
      </p:nvGrpSpPr>
      <p:grpSpPr>
        <a:xfrm>
          <a:off x="0" y="0"/>
          <a:ext cx="0" cy="0"/>
          <a:chOff x="0" y="0"/>
          <a:chExt cx="0" cy="0"/>
        </a:xfrm>
      </p:grpSpPr>
      <p:sp>
        <p:nvSpPr>
          <p:cNvPr id="1466" name="Google Shape;1466;g1869d044d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7" name="Google Shape;1467;g1869d044d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1"/>
        <p:cNvGrpSpPr/>
        <p:nvPr/>
      </p:nvGrpSpPr>
      <p:grpSpPr>
        <a:xfrm>
          <a:off x="0" y="0"/>
          <a:ext cx="0" cy="0"/>
          <a:chOff x="0" y="0"/>
          <a:chExt cx="0" cy="0"/>
        </a:xfrm>
      </p:grpSpPr>
      <p:sp>
        <p:nvSpPr>
          <p:cNvPr id="1472" name="Google Shape;1472;g16bb02b265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3" name="Google Shape;1473;g16bb02b26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5"/>
        <p:cNvGrpSpPr/>
        <p:nvPr/>
      </p:nvGrpSpPr>
      <p:grpSpPr>
        <a:xfrm>
          <a:off x="0" y="0"/>
          <a:ext cx="0" cy="0"/>
          <a:chOff x="0" y="0"/>
          <a:chExt cx="0" cy="0"/>
        </a:xfrm>
      </p:grpSpPr>
      <p:sp>
        <p:nvSpPr>
          <p:cNvPr id="1486" name="Google Shape;1486;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7" name="Google Shape;148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3"/>
        <p:cNvGrpSpPr/>
        <p:nvPr/>
      </p:nvGrpSpPr>
      <p:grpSpPr>
        <a:xfrm>
          <a:off x="0" y="0"/>
          <a:ext cx="0" cy="0"/>
          <a:chOff x="0" y="0"/>
          <a:chExt cx="0" cy="0"/>
        </a:xfrm>
      </p:grpSpPr>
      <p:sp>
        <p:nvSpPr>
          <p:cNvPr id="1634" name="Google Shape;1634;g2935051597d_0_405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5" name="Google Shape;1635;g2935051597d_0_405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6"/>
        <p:cNvGrpSpPr/>
        <p:nvPr/>
      </p:nvGrpSpPr>
      <p:grpSpPr>
        <a:xfrm>
          <a:off x="0" y="0"/>
          <a:ext cx="0" cy="0"/>
          <a:chOff x="0" y="0"/>
          <a:chExt cx="0" cy="0"/>
        </a:xfrm>
      </p:grpSpPr>
      <p:sp>
        <p:nvSpPr>
          <p:cNvPr id="1907" name="Google Shape;1907;g2935051597d_0_40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8" name="Google Shape;1908;g2935051597d_0_40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44500"/>
            <a:ext cx="4112100" cy="23787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a:latin typeface="Epilogue"/>
                <a:ea typeface="Epilogue"/>
                <a:cs typeface="Epilogue"/>
                <a:sym typeface="Epilogu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23200"/>
            <a:ext cx="4112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Lato"/>
                <a:ea typeface="Lato"/>
                <a:cs typeface="Lato"/>
                <a:sym typeface="La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rot="10800000">
            <a:off x="-1604593" y="-845132"/>
            <a:ext cx="3281418" cy="21328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9899992" flipH="1">
            <a:off x="-1515196" y="4121356"/>
            <a:ext cx="3953580" cy="192177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23" name="Google Shape;23;p4"/>
          <p:cNvSpPr/>
          <p:nvPr/>
        </p:nvSpPr>
        <p:spPr>
          <a:xfrm rot="-4014673" flipH="1">
            <a:off x="-1798429" y="-1029372"/>
            <a:ext cx="3158476" cy="250963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flipH="1">
            <a:off x="8355841" y="2667287"/>
            <a:ext cx="734045" cy="45268"/>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5" name="Google Shape;25;p4"/>
          <p:cNvGrpSpPr/>
          <p:nvPr/>
        </p:nvGrpSpPr>
        <p:grpSpPr>
          <a:xfrm flipH="1">
            <a:off x="8380540" y="1729933"/>
            <a:ext cx="668783" cy="959747"/>
            <a:chOff x="10519314" y="4728596"/>
            <a:chExt cx="751780" cy="1078731"/>
          </a:xfrm>
        </p:grpSpPr>
        <p:grpSp>
          <p:nvGrpSpPr>
            <p:cNvPr id="26" name="Google Shape;26;p4"/>
            <p:cNvGrpSpPr/>
            <p:nvPr/>
          </p:nvGrpSpPr>
          <p:grpSpPr>
            <a:xfrm>
              <a:off x="10519314" y="4728596"/>
              <a:ext cx="626662" cy="1078731"/>
              <a:chOff x="10519314" y="4728596"/>
              <a:chExt cx="626662" cy="1078731"/>
            </a:xfrm>
          </p:grpSpPr>
          <p:grpSp>
            <p:nvGrpSpPr>
              <p:cNvPr id="27" name="Google Shape;27;p4"/>
              <p:cNvGrpSpPr/>
              <p:nvPr/>
            </p:nvGrpSpPr>
            <p:grpSpPr>
              <a:xfrm>
                <a:off x="10903220" y="4888205"/>
                <a:ext cx="242756" cy="919122"/>
                <a:chOff x="10903220" y="4888205"/>
                <a:chExt cx="242756" cy="919122"/>
              </a:xfrm>
            </p:grpSpPr>
            <p:sp>
              <p:nvSpPr>
                <p:cNvPr id="28" name="Google Shape;28;p4"/>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4"/>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p4"/>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 name="Google Shape;31;p4"/>
                <p:cNvGrpSpPr/>
                <p:nvPr/>
              </p:nvGrpSpPr>
              <p:grpSpPr>
                <a:xfrm>
                  <a:off x="11014221" y="5588618"/>
                  <a:ext cx="100021" cy="114784"/>
                  <a:chOff x="11014221" y="5588618"/>
                  <a:chExt cx="100021" cy="114784"/>
                </a:xfrm>
              </p:grpSpPr>
              <p:sp>
                <p:nvSpPr>
                  <p:cNvPr id="32" name="Google Shape;32;p4"/>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33;p4"/>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34;p4"/>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5;p4"/>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6" name="Google Shape;36;p4"/>
              <p:cNvGrpSpPr/>
              <p:nvPr/>
            </p:nvGrpSpPr>
            <p:grpSpPr>
              <a:xfrm>
                <a:off x="10718623" y="4728596"/>
                <a:ext cx="229169" cy="1075979"/>
                <a:chOff x="10718623" y="4728596"/>
                <a:chExt cx="229169" cy="1075979"/>
              </a:xfrm>
            </p:grpSpPr>
            <p:sp>
              <p:nvSpPr>
                <p:cNvPr id="37" name="Google Shape;37;p4"/>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8;p4"/>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9" name="Google Shape;39;p4"/>
                <p:cNvGrpSpPr/>
                <p:nvPr/>
              </p:nvGrpSpPr>
              <p:grpSpPr>
                <a:xfrm>
                  <a:off x="10765015" y="5040134"/>
                  <a:ext cx="116314" cy="49775"/>
                  <a:chOff x="10765015" y="5040134"/>
                  <a:chExt cx="116314" cy="49775"/>
                </a:xfrm>
              </p:grpSpPr>
              <p:sp>
                <p:nvSpPr>
                  <p:cNvPr id="40" name="Google Shape;40;p4"/>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41;p4"/>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 name="Google Shape;42;p4"/>
                <p:cNvGrpSpPr/>
                <p:nvPr/>
              </p:nvGrpSpPr>
              <p:grpSpPr>
                <a:xfrm>
                  <a:off x="10784825" y="5436314"/>
                  <a:ext cx="116414" cy="49961"/>
                  <a:chOff x="10784825" y="5436314"/>
                  <a:chExt cx="116414" cy="49961"/>
                </a:xfrm>
              </p:grpSpPr>
              <p:sp>
                <p:nvSpPr>
                  <p:cNvPr id="43" name="Google Shape;43;p4"/>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44;p4"/>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5" name="Google Shape;45;p4"/>
              <p:cNvGrpSpPr/>
              <p:nvPr/>
            </p:nvGrpSpPr>
            <p:grpSpPr>
              <a:xfrm>
                <a:off x="10519314" y="4813458"/>
                <a:ext cx="202120" cy="992123"/>
                <a:chOff x="10519314" y="4813458"/>
                <a:chExt cx="202120" cy="992123"/>
              </a:xfrm>
            </p:grpSpPr>
            <p:sp>
              <p:nvSpPr>
                <p:cNvPr id="46" name="Google Shape;46;p4"/>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47;p4"/>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8" name="Google Shape;48;p4"/>
                <p:cNvGrpSpPr/>
                <p:nvPr/>
              </p:nvGrpSpPr>
              <p:grpSpPr>
                <a:xfrm>
                  <a:off x="10556176" y="5465730"/>
                  <a:ext cx="128397" cy="44196"/>
                  <a:chOff x="10556176" y="5465730"/>
                  <a:chExt cx="128397" cy="44196"/>
                </a:xfrm>
              </p:grpSpPr>
              <p:sp>
                <p:nvSpPr>
                  <p:cNvPr id="49" name="Google Shape;49;p4"/>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50;p4"/>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 name="Google Shape;51;p4"/>
                <p:cNvGrpSpPr/>
                <p:nvPr/>
              </p:nvGrpSpPr>
              <p:grpSpPr>
                <a:xfrm>
                  <a:off x="10556176" y="5689187"/>
                  <a:ext cx="128397" cy="44196"/>
                  <a:chOff x="10556176" y="5689187"/>
                  <a:chExt cx="128397" cy="44196"/>
                </a:xfrm>
              </p:grpSpPr>
              <p:sp>
                <p:nvSpPr>
                  <p:cNvPr id="52" name="Google Shape;52;p4"/>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53;p4"/>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54" name="Google Shape;54;p4"/>
            <p:cNvGrpSpPr/>
            <p:nvPr/>
          </p:nvGrpSpPr>
          <p:grpSpPr>
            <a:xfrm>
              <a:off x="11058042" y="5088325"/>
              <a:ext cx="213052" cy="717953"/>
              <a:chOff x="11058042" y="5088325"/>
              <a:chExt cx="213052" cy="717953"/>
            </a:xfrm>
          </p:grpSpPr>
          <p:sp>
            <p:nvSpPr>
              <p:cNvPr id="55" name="Google Shape;55;p4"/>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56;p4"/>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7" name="Google Shape;57;p4"/>
          <p:cNvGrpSpPr/>
          <p:nvPr/>
        </p:nvGrpSpPr>
        <p:grpSpPr>
          <a:xfrm flipH="1">
            <a:off x="8485925" y="662239"/>
            <a:ext cx="516117" cy="779220"/>
            <a:chOff x="10572463" y="3528536"/>
            <a:chExt cx="580168" cy="875823"/>
          </a:xfrm>
        </p:grpSpPr>
        <p:grpSp>
          <p:nvGrpSpPr>
            <p:cNvPr id="58" name="Google Shape;58;p4"/>
            <p:cNvGrpSpPr/>
            <p:nvPr/>
          </p:nvGrpSpPr>
          <p:grpSpPr>
            <a:xfrm>
              <a:off x="10713815" y="3528536"/>
              <a:ext cx="438816" cy="746664"/>
              <a:chOff x="10713815" y="3528536"/>
              <a:chExt cx="438816" cy="746664"/>
            </a:xfrm>
          </p:grpSpPr>
          <p:sp>
            <p:nvSpPr>
              <p:cNvPr id="59" name="Google Shape;59;p4"/>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0" name="Google Shape;60;p4"/>
              <p:cNvGrpSpPr/>
              <p:nvPr/>
            </p:nvGrpSpPr>
            <p:grpSpPr>
              <a:xfrm>
                <a:off x="10776489" y="3625310"/>
                <a:ext cx="313848" cy="288226"/>
                <a:chOff x="10776489" y="3625310"/>
                <a:chExt cx="313848" cy="288226"/>
              </a:xfrm>
            </p:grpSpPr>
            <p:sp>
              <p:nvSpPr>
                <p:cNvPr id="61" name="Google Shape;61;p4"/>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4"/>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4"/>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64;p4"/>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65;p4"/>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4"/>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7" name="Google Shape;67;p4"/>
              <p:cNvGrpSpPr/>
              <p:nvPr/>
            </p:nvGrpSpPr>
            <p:grpSpPr>
              <a:xfrm>
                <a:off x="10776489" y="3999547"/>
                <a:ext cx="313848" cy="181546"/>
                <a:chOff x="10776489" y="3999547"/>
                <a:chExt cx="313848" cy="181546"/>
              </a:xfrm>
            </p:grpSpPr>
            <p:sp>
              <p:nvSpPr>
                <p:cNvPr id="68" name="Google Shape;68;p4"/>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69;p4"/>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70;p4"/>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71;p4"/>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2" name="Google Shape;72;p4"/>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3" name="Google Shape;73;p4"/>
            <p:cNvGrpSpPr/>
            <p:nvPr/>
          </p:nvGrpSpPr>
          <p:grpSpPr>
            <a:xfrm>
              <a:off x="10572463" y="3657790"/>
              <a:ext cx="438817" cy="746569"/>
              <a:chOff x="10572463" y="3657790"/>
              <a:chExt cx="438817" cy="746569"/>
            </a:xfrm>
          </p:grpSpPr>
          <p:sp>
            <p:nvSpPr>
              <p:cNvPr id="74" name="Google Shape;74;p4"/>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5" name="Google Shape;75;p4"/>
              <p:cNvGrpSpPr/>
              <p:nvPr/>
            </p:nvGrpSpPr>
            <p:grpSpPr>
              <a:xfrm>
                <a:off x="10635138" y="3754469"/>
                <a:ext cx="313848" cy="288321"/>
                <a:chOff x="10635138" y="3754469"/>
                <a:chExt cx="313848" cy="288321"/>
              </a:xfrm>
            </p:grpSpPr>
            <p:sp>
              <p:nvSpPr>
                <p:cNvPr id="76" name="Google Shape;76;p4"/>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77;p4"/>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78;p4"/>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4"/>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4"/>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4"/>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2" name="Google Shape;82;p4"/>
              <p:cNvGrpSpPr/>
              <p:nvPr/>
            </p:nvGrpSpPr>
            <p:grpSpPr>
              <a:xfrm>
                <a:off x="10635138" y="4128801"/>
                <a:ext cx="313848" cy="181547"/>
                <a:chOff x="10635138" y="4128801"/>
                <a:chExt cx="313848" cy="181547"/>
              </a:xfrm>
            </p:grpSpPr>
            <p:sp>
              <p:nvSpPr>
                <p:cNvPr id="83" name="Google Shape;83;p4"/>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4"/>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4"/>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4"/>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7" name="Google Shape;87;p4"/>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8" name="Google Shape;88;p4"/>
          <p:cNvGrpSpPr/>
          <p:nvPr/>
        </p:nvGrpSpPr>
        <p:grpSpPr>
          <a:xfrm flipH="1">
            <a:off x="8768853" y="1439765"/>
            <a:ext cx="22030" cy="294484"/>
            <a:chOff x="10809827" y="4402455"/>
            <a:chExt cx="24764" cy="330993"/>
          </a:xfrm>
        </p:grpSpPr>
        <p:sp>
          <p:nvSpPr>
            <p:cNvPr id="89" name="Google Shape;89;p4"/>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4"/>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4"/>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2" name="Google Shape;92;p4"/>
          <p:cNvSpPr/>
          <p:nvPr/>
        </p:nvSpPr>
        <p:spPr>
          <a:xfrm rot="8662747" flipH="1">
            <a:off x="7370974" y="4168319"/>
            <a:ext cx="2746019" cy="192168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 name="Google Shape;93;p4"/>
          <p:cNvGrpSpPr/>
          <p:nvPr/>
        </p:nvGrpSpPr>
        <p:grpSpPr>
          <a:xfrm flipH="1">
            <a:off x="122956" y="4228558"/>
            <a:ext cx="829992" cy="750888"/>
            <a:chOff x="8114596" y="445039"/>
            <a:chExt cx="633002" cy="572716"/>
          </a:xfrm>
        </p:grpSpPr>
        <p:grpSp>
          <p:nvGrpSpPr>
            <p:cNvPr id="94" name="Google Shape;94;p4"/>
            <p:cNvGrpSpPr/>
            <p:nvPr/>
          </p:nvGrpSpPr>
          <p:grpSpPr>
            <a:xfrm>
              <a:off x="8114596" y="445039"/>
              <a:ext cx="633002" cy="572716"/>
              <a:chOff x="7189660" y="520827"/>
              <a:chExt cx="598074" cy="541115"/>
            </a:xfrm>
          </p:grpSpPr>
          <p:sp>
            <p:nvSpPr>
              <p:cNvPr id="95" name="Google Shape;95;p4"/>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6" name="Google Shape;96;p4"/>
              <p:cNvGrpSpPr/>
              <p:nvPr/>
            </p:nvGrpSpPr>
            <p:grpSpPr>
              <a:xfrm>
                <a:off x="7579137" y="551973"/>
                <a:ext cx="164782" cy="41529"/>
                <a:chOff x="7579137" y="551973"/>
                <a:chExt cx="164782" cy="41529"/>
              </a:xfrm>
            </p:grpSpPr>
            <p:sp>
              <p:nvSpPr>
                <p:cNvPr id="97" name="Google Shape;97;p4"/>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 name="Google Shape;98;p4"/>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 name="Google Shape;99;p4"/>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00" name="Google Shape;100;p4"/>
            <p:cNvGrpSpPr/>
            <p:nvPr/>
          </p:nvGrpSpPr>
          <p:grpSpPr>
            <a:xfrm>
              <a:off x="8184962" y="619646"/>
              <a:ext cx="498115" cy="257273"/>
              <a:chOff x="7256144" y="685800"/>
              <a:chExt cx="470630" cy="243077"/>
            </a:xfrm>
          </p:grpSpPr>
          <p:sp>
            <p:nvSpPr>
              <p:cNvPr id="101" name="Google Shape;101;p4"/>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2" name="Google Shape;102;p4"/>
              <p:cNvGrpSpPr/>
              <p:nvPr/>
            </p:nvGrpSpPr>
            <p:grpSpPr>
              <a:xfrm>
                <a:off x="7512843" y="685800"/>
                <a:ext cx="213931" cy="243077"/>
                <a:chOff x="7512843" y="685800"/>
                <a:chExt cx="213931" cy="243077"/>
              </a:xfrm>
            </p:grpSpPr>
            <p:grpSp>
              <p:nvGrpSpPr>
                <p:cNvPr id="103" name="Google Shape;103;p4"/>
                <p:cNvGrpSpPr/>
                <p:nvPr/>
              </p:nvGrpSpPr>
              <p:grpSpPr>
                <a:xfrm>
                  <a:off x="7512843" y="836580"/>
                  <a:ext cx="213931" cy="92297"/>
                  <a:chOff x="7512843" y="836580"/>
                  <a:chExt cx="213931" cy="92297"/>
                </a:xfrm>
              </p:grpSpPr>
              <p:sp>
                <p:nvSpPr>
                  <p:cNvPr id="104" name="Google Shape;104;p4"/>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 name="Google Shape;105;p4"/>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6" name="Google Shape;106;p4"/>
                <p:cNvGrpSpPr/>
                <p:nvPr/>
              </p:nvGrpSpPr>
              <p:grpSpPr>
                <a:xfrm>
                  <a:off x="7512843" y="761238"/>
                  <a:ext cx="213931" cy="92296"/>
                  <a:chOff x="7512843" y="761238"/>
                  <a:chExt cx="213931" cy="92296"/>
                </a:xfrm>
              </p:grpSpPr>
              <p:sp>
                <p:nvSpPr>
                  <p:cNvPr id="107" name="Google Shape;107;p4"/>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 name="Google Shape;108;p4"/>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09" name="Google Shape;109;p4"/>
                <p:cNvGrpSpPr/>
                <p:nvPr/>
              </p:nvGrpSpPr>
              <p:grpSpPr>
                <a:xfrm>
                  <a:off x="7512843" y="685800"/>
                  <a:ext cx="213931" cy="92297"/>
                  <a:chOff x="7512843" y="685800"/>
                  <a:chExt cx="213931" cy="92297"/>
                </a:xfrm>
              </p:grpSpPr>
              <p:sp>
                <p:nvSpPr>
                  <p:cNvPr id="110" name="Google Shape;110;p4"/>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 name="Google Shape;111;p4"/>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4" name="Google Shape;114;p5"/>
          <p:cNvSpPr txBox="1">
            <a:spLocks noGrp="1"/>
          </p:cNvSpPr>
          <p:nvPr>
            <p:ph type="subTitle" idx="1"/>
          </p:nvPr>
        </p:nvSpPr>
        <p:spPr>
          <a:xfrm>
            <a:off x="4679150" y="2453574"/>
            <a:ext cx="3384300" cy="11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5" name="Google Shape;115;p5"/>
          <p:cNvSpPr txBox="1">
            <a:spLocks noGrp="1"/>
          </p:cNvSpPr>
          <p:nvPr>
            <p:ph type="subTitle" idx="2"/>
          </p:nvPr>
        </p:nvSpPr>
        <p:spPr>
          <a:xfrm>
            <a:off x="1080525" y="2453574"/>
            <a:ext cx="3384300" cy="11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5"/>
          <p:cNvSpPr txBox="1">
            <a:spLocks noGrp="1"/>
          </p:cNvSpPr>
          <p:nvPr>
            <p:ph type="subTitle" idx="3"/>
          </p:nvPr>
        </p:nvSpPr>
        <p:spPr>
          <a:xfrm>
            <a:off x="1080536" y="1817200"/>
            <a:ext cx="3384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7" name="Google Shape;117;p5"/>
          <p:cNvSpPr txBox="1">
            <a:spLocks noGrp="1"/>
          </p:cNvSpPr>
          <p:nvPr>
            <p:ph type="subTitle" idx="4"/>
          </p:nvPr>
        </p:nvSpPr>
        <p:spPr>
          <a:xfrm>
            <a:off x="4679164" y="1817200"/>
            <a:ext cx="3384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8" name="Google Shape;118;p5"/>
          <p:cNvSpPr/>
          <p:nvPr/>
        </p:nvSpPr>
        <p:spPr>
          <a:xfrm rot="5551952">
            <a:off x="-721531" y="4084618"/>
            <a:ext cx="2053998" cy="17652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rot="-460685">
            <a:off x="-850641" y="-888875"/>
            <a:ext cx="2082611" cy="168399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rot="3259731">
            <a:off x="7063135" y="-804478"/>
            <a:ext cx="3168421" cy="256197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1"/>
        <p:cNvGrpSpPr/>
        <p:nvPr/>
      </p:nvGrpSpPr>
      <p:grpSpPr>
        <a:xfrm>
          <a:off x="0" y="0"/>
          <a:ext cx="0" cy="0"/>
          <a:chOff x="0" y="0"/>
          <a:chExt cx="0" cy="0"/>
        </a:xfrm>
      </p:grpSpPr>
      <p:sp>
        <p:nvSpPr>
          <p:cNvPr id="122" name="Google Shape;12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3" name="Google Shape;123;p6"/>
          <p:cNvSpPr/>
          <p:nvPr/>
        </p:nvSpPr>
        <p:spPr>
          <a:xfrm rot="-9076707">
            <a:off x="85462" y="-755109"/>
            <a:ext cx="1683799" cy="1313891"/>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 name="Google Shape;124;p6"/>
          <p:cNvGrpSpPr/>
          <p:nvPr/>
        </p:nvGrpSpPr>
        <p:grpSpPr>
          <a:xfrm>
            <a:off x="6779278" y="192982"/>
            <a:ext cx="2107998" cy="297419"/>
            <a:chOff x="6108096" y="3265836"/>
            <a:chExt cx="1633727" cy="230504"/>
          </a:xfrm>
        </p:grpSpPr>
        <p:sp>
          <p:nvSpPr>
            <p:cNvPr id="125" name="Google Shape;125;p6"/>
            <p:cNvSpPr/>
            <p:nvPr/>
          </p:nvSpPr>
          <p:spPr>
            <a:xfrm>
              <a:off x="6108096" y="3265836"/>
              <a:ext cx="1633727" cy="230504"/>
            </a:xfrm>
            <a:custGeom>
              <a:avLst/>
              <a:gdLst/>
              <a:ahLst/>
              <a:cxnLst/>
              <a:rect l="l" t="t" r="r" b="b"/>
              <a:pathLst>
                <a:path w="1633727" h="230504" extrusionOk="0">
                  <a:moveTo>
                    <a:pt x="1518476" y="0"/>
                  </a:moveTo>
                  <a:cubicBezTo>
                    <a:pt x="1582128" y="0"/>
                    <a:pt x="1633728" y="51600"/>
                    <a:pt x="1633728" y="115253"/>
                  </a:cubicBezTo>
                  <a:lnTo>
                    <a:pt x="1633728" y="115253"/>
                  </a:lnTo>
                  <a:cubicBezTo>
                    <a:pt x="1633728" y="178905"/>
                    <a:pt x="1582128" y="230505"/>
                    <a:pt x="1518476" y="230505"/>
                  </a:cubicBezTo>
                  <a:lnTo>
                    <a:pt x="115252" y="230505"/>
                  </a:lnTo>
                  <a:cubicBezTo>
                    <a:pt x="51601" y="230505"/>
                    <a:pt x="0" y="178905"/>
                    <a:pt x="0" y="115253"/>
                  </a:cubicBezTo>
                  <a:lnTo>
                    <a:pt x="0" y="115253"/>
                  </a:lnTo>
                  <a:cubicBezTo>
                    <a:pt x="0" y="51600"/>
                    <a:pt x="51601" y="0"/>
                    <a:pt x="115252"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 name="Google Shape;126;p6"/>
            <p:cNvSpPr/>
            <p:nvPr/>
          </p:nvSpPr>
          <p:spPr>
            <a:xfrm>
              <a:off x="7528381" y="3292292"/>
              <a:ext cx="166485" cy="165854"/>
            </a:xfrm>
            <a:custGeom>
              <a:avLst/>
              <a:gdLst/>
              <a:ahLst/>
              <a:cxnLst/>
              <a:rect l="l" t="t" r="r" b="b"/>
              <a:pathLst>
                <a:path w="166485" h="165854" extrusionOk="0">
                  <a:moveTo>
                    <a:pt x="161532" y="137469"/>
                  </a:moveTo>
                  <a:lnTo>
                    <a:pt x="120003" y="95941"/>
                  </a:lnTo>
                  <a:lnTo>
                    <a:pt x="113336" y="102608"/>
                  </a:lnTo>
                  <a:lnTo>
                    <a:pt x="105811" y="95083"/>
                  </a:lnTo>
                  <a:cubicBezTo>
                    <a:pt x="123622" y="71842"/>
                    <a:pt x="122194" y="38600"/>
                    <a:pt x="100953" y="17359"/>
                  </a:cubicBezTo>
                  <a:cubicBezTo>
                    <a:pt x="77807" y="-5786"/>
                    <a:pt x="40374" y="-5786"/>
                    <a:pt x="17324" y="17359"/>
                  </a:cubicBezTo>
                  <a:cubicBezTo>
                    <a:pt x="-5727" y="40505"/>
                    <a:pt x="-5822" y="77938"/>
                    <a:pt x="17324" y="100989"/>
                  </a:cubicBezTo>
                  <a:cubicBezTo>
                    <a:pt x="38850" y="122515"/>
                    <a:pt x="72568" y="123754"/>
                    <a:pt x="95809" y="105275"/>
                  </a:cubicBezTo>
                  <a:lnTo>
                    <a:pt x="103334" y="112800"/>
                  </a:lnTo>
                  <a:lnTo>
                    <a:pt x="96667" y="119467"/>
                  </a:lnTo>
                  <a:lnTo>
                    <a:pt x="138196" y="160996"/>
                  </a:lnTo>
                  <a:cubicBezTo>
                    <a:pt x="144673" y="167473"/>
                    <a:pt x="155150" y="167473"/>
                    <a:pt x="161627" y="160996"/>
                  </a:cubicBezTo>
                  <a:lnTo>
                    <a:pt x="161627" y="160996"/>
                  </a:lnTo>
                  <a:cubicBezTo>
                    <a:pt x="168104" y="154519"/>
                    <a:pt x="168104" y="144042"/>
                    <a:pt x="161627" y="137565"/>
                  </a:cubicBezTo>
                  <a:close/>
                  <a:moveTo>
                    <a:pt x="59138" y="102513"/>
                  </a:moveTo>
                  <a:cubicBezTo>
                    <a:pt x="54471" y="102513"/>
                    <a:pt x="49899" y="101751"/>
                    <a:pt x="45612" y="100417"/>
                  </a:cubicBezTo>
                  <a:cubicBezTo>
                    <a:pt x="33611" y="96512"/>
                    <a:pt x="23896" y="87463"/>
                    <a:pt x="19133" y="75938"/>
                  </a:cubicBezTo>
                  <a:cubicBezTo>
                    <a:pt x="16942" y="70794"/>
                    <a:pt x="15799" y="65175"/>
                    <a:pt x="15799" y="59269"/>
                  </a:cubicBezTo>
                  <a:cubicBezTo>
                    <a:pt x="15799" y="35361"/>
                    <a:pt x="35231" y="15931"/>
                    <a:pt x="59138" y="15931"/>
                  </a:cubicBezTo>
                  <a:cubicBezTo>
                    <a:pt x="65044" y="15931"/>
                    <a:pt x="70663" y="17074"/>
                    <a:pt x="75807" y="19264"/>
                  </a:cubicBezTo>
                  <a:cubicBezTo>
                    <a:pt x="87332" y="24122"/>
                    <a:pt x="96381" y="33742"/>
                    <a:pt x="100286" y="45744"/>
                  </a:cubicBezTo>
                  <a:cubicBezTo>
                    <a:pt x="101715" y="50030"/>
                    <a:pt x="102382" y="54507"/>
                    <a:pt x="102382" y="59269"/>
                  </a:cubicBezTo>
                  <a:cubicBezTo>
                    <a:pt x="102382" y="83177"/>
                    <a:pt x="83046" y="102513"/>
                    <a:pt x="59138" y="10251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 name="Google Shape;127;p6"/>
            <p:cNvSpPr/>
            <p:nvPr/>
          </p:nvSpPr>
          <p:spPr>
            <a:xfrm>
              <a:off x="7475124" y="3290220"/>
              <a:ext cx="7620" cy="174307"/>
            </a:xfrm>
            <a:custGeom>
              <a:avLst/>
              <a:gdLst/>
              <a:ahLst/>
              <a:cxnLst/>
              <a:rect l="l" t="t" r="r" b="b"/>
              <a:pathLst>
                <a:path w="7620" h="174307" extrusionOk="0">
                  <a:moveTo>
                    <a:pt x="3810" y="174308"/>
                  </a:moveTo>
                  <a:lnTo>
                    <a:pt x="3810" y="174308"/>
                  </a:lnTo>
                  <a:cubicBezTo>
                    <a:pt x="1714" y="174308"/>
                    <a:pt x="0" y="172593"/>
                    <a:pt x="0" y="170497"/>
                  </a:cubicBezTo>
                  <a:lnTo>
                    <a:pt x="0" y="3810"/>
                  </a:lnTo>
                  <a:cubicBezTo>
                    <a:pt x="0" y="1714"/>
                    <a:pt x="1714" y="0"/>
                    <a:pt x="3810" y="0"/>
                  </a:cubicBezTo>
                  <a:lnTo>
                    <a:pt x="3810" y="0"/>
                  </a:lnTo>
                  <a:cubicBezTo>
                    <a:pt x="5905" y="0"/>
                    <a:pt x="7620" y="1714"/>
                    <a:pt x="7620" y="3810"/>
                  </a:cubicBezTo>
                  <a:lnTo>
                    <a:pt x="7620" y="170497"/>
                  </a:lnTo>
                  <a:cubicBezTo>
                    <a:pt x="7620" y="172593"/>
                    <a:pt x="5905" y="174308"/>
                    <a:pt x="3810" y="1743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28" name="Google Shape;128;p6"/>
          <p:cNvSpPr/>
          <p:nvPr/>
        </p:nvSpPr>
        <p:spPr>
          <a:xfrm rot="532502" flipH="1">
            <a:off x="-514115" y="4385276"/>
            <a:ext cx="1514959" cy="122499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6"/>
          <p:cNvGrpSpPr/>
          <p:nvPr/>
        </p:nvGrpSpPr>
        <p:grpSpPr>
          <a:xfrm>
            <a:off x="-148774" y="4544215"/>
            <a:ext cx="784225" cy="584398"/>
            <a:chOff x="1914620" y="1930431"/>
            <a:chExt cx="572929" cy="426911"/>
          </a:xfrm>
        </p:grpSpPr>
        <p:grpSp>
          <p:nvGrpSpPr>
            <p:cNvPr id="130" name="Google Shape;130;p6"/>
            <p:cNvGrpSpPr/>
            <p:nvPr/>
          </p:nvGrpSpPr>
          <p:grpSpPr>
            <a:xfrm>
              <a:off x="1914620" y="1930431"/>
              <a:ext cx="572929" cy="426911"/>
              <a:chOff x="1914620" y="1930431"/>
              <a:chExt cx="572929" cy="426911"/>
            </a:xfrm>
          </p:grpSpPr>
          <p:sp>
            <p:nvSpPr>
              <p:cNvPr id="131" name="Google Shape;131;p6"/>
              <p:cNvSpPr/>
              <p:nvPr/>
            </p:nvSpPr>
            <p:spPr>
              <a:xfrm>
                <a:off x="2042160" y="1930431"/>
                <a:ext cx="445389" cy="299466"/>
              </a:xfrm>
              <a:custGeom>
                <a:avLst/>
                <a:gdLst/>
                <a:ahLst/>
                <a:cxnLst/>
                <a:rect l="l" t="t" r="r" b="b"/>
                <a:pathLst>
                  <a:path w="445389" h="299466" extrusionOk="0">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6"/>
              <p:cNvSpPr/>
              <p:nvPr/>
            </p:nvSpPr>
            <p:spPr>
              <a:xfrm>
                <a:off x="1978342" y="1994058"/>
                <a:ext cx="445389" cy="299465"/>
              </a:xfrm>
              <a:custGeom>
                <a:avLst/>
                <a:gdLst/>
                <a:ahLst/>
                <a:cxnLst/>
                <a:rect l="l" t="t" r="r" b="b"/>
                <a:pathLst>
                  <a:path w="445389" h="299465"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6"/>
              <p:cNvSpPr/>
              <p:nvPr/>
            </p:nvSpPr>
            <p:spPr>
              <a:xfrm>
                <a:off x="1914620" y="2057876"/>
                <a:ext cx="445389" cy="299466"/>
              </a:xfrm>
              <a:custGeom>
                <a:avLst/>
                <a:gdLst/>
                <a:ahLst/>
                <a:cxnLst/>
                <a:rect l="l" t="t" r="r" b="b"/>
                <a:pathLst>
                  <a:path w="445389" h="299466"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4" name="Google Shape;134;p6"/>
            <p:cNvSpPr/>
            <p:nvPr/>
          </p:nvSpPr>
          <p:spPr>
            <a:xfrm>
              <a:off x="2024157" y="2180272"/>
              <a:ext cx="222980" cy="101917"/>
            </a:xfrm>
            <a:custGeom>
              <a:avLst/>
              <a:gdLst/>
              <a:ahLst/>
              <a:cxnLst/>
              <a:rect l="l" t="t" r="r" b="b"/>
              <a:pathLst>
                <a:path w="222980" h="101917" extrusionOk="0">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35" name="Google Shape;135;p6"/>
          <p:cNvSpPr/>
          <p:nvPr/>
        </p:nvSpPr>
        <p:spPr>
          <a:xfrm rot="5844200">
            <a:off x="8030548" y="2339312"/>
            <a:ext cx="2404301" cy="131859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811975" y="1032900"/>
            <a:ext cx="2804400" cy="1006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7"/>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39" name="Google Shape;139;p7"/>
          <p:cNvSpPr>
            <a:spLocks noGrp="1"/>
          </p:cNvSpPr>
          <p:nvPr>
            <p:ph type="pic" idx="2"/>
          </p:nvPr>
        </p:nvSpPr>
        <p:spPr>
          <a:xfrm>
            <a:off x="5668975" y="1076550"/>
            <a:ext cx="2990400" cy="2990400"/>
          </a:xfrm>
          <a:prstGeom prst="roundRect">
            <a:avLst>
              <a:gd name="adj" fmla="val 16667"/>
            </a:avLst>
          </a:prstGeom>
          <a:noFill/>
          <a:ln>
            <a:noFill/>
          </a:ln>
        </p:spPr>
      </p:sp>
      <p:sp>
        <p:nvSpPr>
          <p:cNvPr id="140" name="Google Shape;140;p7"/>
          <p:cNvSpPr/>
          <p:nvPr/>
        </p:nvSpPr>
        <p:spPr>
          <a:xfrm rot="-2381697">
            <a:off x="-1265120" y="-661594"/>
            <a:ext cx="3096202" cy="200898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rot="-7296874">
            <a:off x="-735040" y="4231574"/>
            <a:ext cx="2036053" cy="150886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7"/>
          <p:cNvGrpSpPr/>
          <p:nvPr/>
        </p:nvGrpSpPr>
        <p:grpSpPr>
          <a:xfrm>
            <a:off x="65066" y="4373044"/>
            <a:ext cx="878158" cy="654532"/>
            <a:chOff x="1114425" y="4361211"/>
            <a:chExt cx="573023" cy="427101"/>
          </a:xfrm>
        </p:grpSpPr>
        <p:grpSp>
          <p:nvGrpSpPr>
            <p:cNvPr id="143" name="Google Shape;143;p7"/>
            <p:cNvGrpSpPr/>
            <p:nvPr/>
          </p:nvGrpSpPr>
          <p:grpSpPr>
            <a:xfrm>
              <a:off x="1114425" y="4361211"/>
              <a:ext cx="573023" cy="427101"/>
              <a:chOff x="1114425" y="4361211"/>
              <a:chExt cx="573023" cy="427101"/>
            </a:xfrm>
          </p:grpSpPr>
          <p:sp>
            <p:nvSpPr>
              <p:cNvPr id="144" name="Google Shape;144;p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7" name="Google Shape;147;p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50" name="Google Shape;150;p8"/>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rot="-4592116" flipH="1">
            <a:off x="6189" y="113200"/>
            <a:ext cx="642877" cy="51982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55" name="Google Shape;155;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9"/>
          <p:cNvSpPr/>
          <p:nvPr/>
        </p:nvSpPr>
        <p:spPr>
          <a:xfrm rot="3263452">
            <a:off x="-163955"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460623">
            <a:off x="-1793263"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rot="4592047">
            <a:off x="7797256" y="593203"/>
            <a:ext cx="1475158" cy="119280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1"/>
        <p:cNvGrpSpPr/>
        <p:nvPr/>
      </p:nvGrpSpPr>
      <p:grpSpPr>
        <a:xfrm>
          <a:off x="0" y="0"/>
          <a:ext cx="0" cy="0"/>
          <a:chOff x="0" y="0"/>
          <a:chExt cx="0" cy="0"/>
        </a:xfrm>
      </p:grpSpPr>
      <p:sp>
        <p:nvSpPr>
          <p:cNvPr id="162" name="Google Shape;162;p11"/>
          <p:cNvSpPr txBox="1">
            <a:spLocks noGrp="1"/>
          </p:cNvSpPr>
          <p:nvPr>
            <p:ph type="title" hasCustomPrompt="1"/>
          </p:nvPr>
        </p:nvSpPr>
        <p:spPr>
          <a:xfrm>
            <a:off x="713225" y="1477363"/>
            <a:ext cx="6576000" cy="15267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63" name="Google Shape;163;p11"/>
          <p:cNvSpPr txBox="1">
            <a:spLocks noGrp="1"/>
          </p:cNvSpPr>
          <p:nvPr>
            <p:ph type="subTitle" idx="1"/>
          </p:nvPr>
        </p:nvSpPr>
        <p:spPr>
          <a:xfrm>
            <a:off x="713225" y="3169038"/>
            <a:ext cx="65760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64" name="Google Shape;164;p11"/>
          <p:cNvSpPr/>
          <p:nvPr/>
        </p:nvSpPr>
        <p:spPr>
          <a:xfrm rot="-1900174" flipH="1">
            <a:off x="-500059" y="-436065"/>
            <a:ext cx="1729608" cy="139855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rot="531593" flipH="1">
            <a:off x="-1222788" y="3829381"/>
            <a:ext cx="2902962" cy="234732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11"/>
          <p:cNvGrpSpPr/>
          <p:nvPr/>
        </p:nvGrpSpPr>
        <p:grpSpPr>
          <a:xfrm>
            <a:off x="7441503" y="289852"/>
            <a:ext cx="1366913" cy="1382099"/>
            <a:chOff x="6568493" y="8"/>
            <a:chExt cx="1820608" cy="1840590"/>
          </a:xfrm>
        </p:grpSpPr>
        <p:sp>
          <p:nvSpPr>
            <p:cNvPr id="169" name="Google Shape;169;p11"/>
            <p:cNvSpPr/>
            <p:nvPr/>
          </p:nvSpPr>
          <p:spPr>
            <a:xfrm>
              <a:off x="6737915" y="169351"/>
              <a:ext cx="1651185" cy="1671247"/>
            </a:xfrm>
            <a:custGeom>
              <a:avLst/>
              <a:gdLst/>
              <a:ahLst/>
              <a:cxnLst/>
              <a:rect l="l" t="t" r="r" b="b"/>
              <a:pathLst>
                <a:path w="1959864" h="1983676" extrusionOk="0">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 name="Google Shape;170;p11"/>
            <p:cNvSpPr/>
            <p:nvPr/>
          </p:nvSpPr>
          <p:spPr>
            <a:xfrm>
              <a:off x="6653203" y="8"/>
              <a:ext cx="1651185" cy="1671247"/>
            </a:xfrm>
            <a:custGeom>
              <a:avLst/>
              <a:gdLst/>
              <a:ahLst/>
              <a:cxnLst/>
              <a:rect l="l" t="t" r="r" b="b"/>
              <a:pathLst>
                <a:path w="1959864" h="1983676" extrusionOk="0">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1" name="Google Shape;171;p11"/>
            <p:cNvGrpSpPr/>
            <p:nvPr/>
          </p:nvGrpSpPr>
          <p:grpSpPr>
            <a:xfrm>
              <a:off x="6568493" y="84720"/>
              <a:ext cx="1649109" cy="1669065"/>
              <a:chOff x="8921020" y="472154"/>
              <a:chExt cx="1959958" cy="1983676"/>
            </a:xfrm>
          </p:grpSpPr>
          <p:sp>
            <p:nvSpPr>
              <p:cNvPr id="172" name="Google Shape;172;p11"/>
              <p:cNvSpPr/>
              <p:nvPr/>
            </p:nvSpPr>
            <p:spPr>
              <a:xfrm>
                <a:off x="8921114" y="472154"/>
                <a:ext cx="1959864" cy="1983676"/>
              </a:xfrm>
              <a:custGeom>
                <a:avLst/>
                <a:gdLst/>
                <a:ahLst/>
                <a:cxnLst/>
                <a:rect l="l" t="t" r="r" b="b"/>
                <a:pathLst>
                  <a:path w="1959864" h="1983676" extrusionOk="0">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 name="Google Shape;173;p11"/>
              <p:cNvSpPr/>
              <p:nvPr/>
            </p:nvSpPr>
            <p:spPr>
              <a:xfrm>
                <a:off x="8921020" y="472154"/>
                <a:ext cx="1959958" cy="172307"/>
              </a:xfrm>
              <a:custGeom>
                <a:avLst/>
                <a:gdLst/>
                <a:ahLst/>
                <a:cxnLst/>
                <a:rect l="l" t="t" r="r" b="b"/>
                <a:pathLst>
                  <a:path w="1959958" h="172307" extrusionOk="0">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4" name="Google Shape;174;p11"/>
              <p:cNvGrpSpPr/>
              <p:nvPr/>
            </p:nvGrpSpPr>
            <p:grpSpPr>
              <a:xfrm>
                <a:off x="9011888" y="537781"/>
                <a:ext cx="255174" cy="64389"/>
                <a:chOff x="9011888" y="537781"/>
                <a:chExt cx="255174" cy="64389"/>
              </a:xfrm>
            </p:grpSpPr>
            <p:sp>
              <p:nvSpPr>
                <p:cNvPr id="175" name="Google Shape;175;p11"/>
                <p:cNvSpPr/>
                <p:nvPr/>
              </p:nvSpPr>
              <p:spPr>
                <a:xfrm>
                  <a:off x="920267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 name="Google Shape;176;p11"/>
                <p:cNvSpPr/>
                <p:nvPr/>
              </p:nvSpPr>
              <p:spPr>
                <a:xfrm>
                  <a:off x="910723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11"/>
                <p:cNvSpPr/>
                <p:nvPr/>
              </p:nvSpPr>
              <p:spPr>
                <a:xfrm>
                  <a:off x="9011888"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8" name="Google Shape;178;p11"/>
            <p:cNvGrpSpPr/>
            <p:nvPr/>
          </p:nvGrpSpPr>
          <p:grpSpPr>
            <a:xfrm>
              <a:off x="6795939" y="406335"/>
              <a:ext cx="1194216" cy="1228757"/>
              <a:chOff x="9191339" y="854392"/>
              <a:chExt cx="1419320" cy="1460372"/>
            </a:xfrm>
          </p:grpSpPr>
          <p:grpSp>
            <p:nvGrpSpPr>
              <p:cNvPr id="179" name="Google Shape;179;p11"/>
              <p:cNvGrpSpPr/>
              <p:nvPr/>
            </p:nvGrpSpPr>
            <p:grpSpPr>
              <a:xfrm>
                <a:off x="9191339" y="1884045"/>
                <a:ext cx="604932" cy="420243"/>
                <a:chOff x="9191339" y="1884045"/>
                <a:chExt cx="604932" cy="420243"/>
              </a:xfrm>
            </p:grpSpPr>
            <p:sp>
              <p:nvSpPr>
                <p:cNvPr id="180" name="Google Shape;180;p11"/>
                <p:cNvSpPr/>
                <p:nvPr/>
              </p:nvSpPr>
              <p:spPr>
                <a:xfrm>
                  <a:off x="9191339" y="1884045"/>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 name="Google Shape;181;p11"/>
                <p:cNvSpPr/>
                <p:nvPr/>
              </p:nvSpPr>
              <p:spPr>
                <a:xfrm>
                  <a:off x="9449466" y="1884045"/>
                  <a:ext cx="182498" cy="52959"/>
                </a:xfrm>
                <a:custGeom>
                  <a:avLst/>
                  <a:gdLst/>
                  <a:ahLst/>
                  <a:cxnLst/>
                  <a:rect l="l" t="t" r="r" b="b"/>
                  <a:pathLst>
                    <a:path w="182498" h="52959" extrusionOk="0">
                      <a:moveTo>
                        <a:pt x="0" y="0"/>
                      </a:moveTo>
                      <a:lnTo>
                        <a:pt x="182499" y="0"/>
                      </a:lnTo>
                      <a:lnTo>
                        <a:pt x="18249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11"/>
                <p:cNvSpPr/>
                <p:nvPr/>
              </p:nvSpPr>
              <p:spPr>
                <a:xfrm>
                  <a:off x="9651396" y="1884045"/>
                  <a:ext cx="144875" cy="52959"/>
                </a:xfrm>
                <a:custGeom>
                  <a:avLst/>
                  <a:gdLst/>
                  <a:ahLst/>
                  <a:cxnLst/>
                  <a:rect l="l" t="t" r="r" b="b"/>
                  <a:pathLst>
                    <a:path w="144875" h="52959" extrusionOk="0">
                      <a:moveTo>
                        <a:pt x="0" y="0"/>
                      </a:moveTo>
                      <a:lnTo>
                        <a:pt x="144876" y="0"/>
                      </a:lnTo>
                      <a:lnTo>
                        <a:pt x="14487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11"/>
                <p:cNvSpPr/>
                <p:nvPr/>
              </p:nvSpPr>
              <p:spPr>
                <a:xfrm>
                  <a:off x="9308306" y="2006536"/>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11"/>
                <p:cNvSpPr/>
                <p:nvPr/>
              </p:nvSpPr>
              <p:spPr>
                <a:xfrm>
                  <a:off x="9191339" y="2006536"/>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 name="Google Shape;185;p11"/>
                <p:cNvSpPr/>
                <p:nvPr/>
              </p:nvSpPr>
              <p:spPr>
                <a:xfrm>
                  <a:off x="9460325" y="2128932"/>
                  <a:ext cx="230790" cy="52959"/>
                </a:xfrm>
                <a:custGeom>
                  <a:avLst/>
                  <a:gdLst/>
                  <a:ahLst/>
                  <a:cxnLst/>
                  <a:rect l="l" t="t" r="r" b="b"/>
                  <a:pathLst>
                    <a:path w="230790" h="52959" extrusionOk="0">
                      <a:moveTo>
                        <a:pt x="0" y="0"/>
                      </a:moveTo>
                      <a:lnTo>
                        <a:pt x="230791" y="0"/>
                      </a:lnTo>
                      <a:lnTo>
                        <a:pt x="230791"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 name="Google Shape;186;p11"/>
                <p:cNvSpPr/>
                <p:nvPr/>
              </p:nvSpPr>
              <p:spPr>
                <a:xfrm>
                  <a:off x="9713023" y="2128932"/>
                  <a:ext cx="83248" cy="52959"/>
                </a:xfrm>
                <a:custGeom>
                  <a:avLst/>
                  <a:gdLst/>
                  <a:ahLst/>
                  <a:cxnLst/>
                  <a:rect l="l" t="t" r="r" b="b"/>
                  <a:pathLst>
                    <a:path w="83248" h="52959" extrusionOk="0">
                      <a:moveTo>
                        <a:pt x="0" y="0"/>
                      </a:moveTo>
                      <a:lnTo>
                        <a:pt x="83248" y="0"/>
                      </a:lnTo>
                      <a:lnTo>
                        <a:pt x="8324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 name="Google Shape;187;p11"/>
                <p:cNvSpPr/>
                <p:nvPr/>
              </p:nvSpPr>
              <p:spPr>
                <a:xfrm>
                  <a:off x="9191339" y="2128932"/>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 name="Google Shape;188;p11"/>
                <p:cNvSpPr/>
                <p:nvPr/>
              </p:nvSpPr>
              <p:spPr>
                <a:xfrm>
                  <a:off x="9365170" y="225132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 name="Google Shape;189;p11"/>
                <p:cNvSpPr/>
                <p:nvPr/>
              </p:nvSpPr>
              <p:spPr>
                <a:xfrm>
                  <a:off x="9191339" y="225132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90" name="Google Shape;190;p11"/>
              <p:cNvGrpSpPr/>
              <p:nvPr/>
            </p:nvGrpSpPr>
            <p:grpSpPr>
              <a:xfrm>
                <a:off x="10004774" y="854392"/>
                <a:ext cx="604932" cy="420243"/>
                <a:chOff x="10004774" y="854392"/>
                <a:chExt cx="604932" cy="420243"/>
              </a:xfrm>
            </p:grpSpPr>
            <p:sp>
              <p:nvSpPr>
                <p:cNvPr id="191" name="Google Shape;191;p11"/>
                <p:cNvSpPr/>
                <p:nvPr/>
              </p:nvSpPr>
              <p:spPr>
                <a:xfrm>
                  <a:off x="10004774" y="85439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 name="Google Shape;192;p11"/>
                <p:cNvSpPr/>
                <p:nvPr/>
              </p:nvSpPr>
              <p:spPr>
                <a:xfrm>
                  <a:off x="10262901" y="85439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 name="Google Shape;193;p11"/>
                <p:cNvSpPr/>
                <p:nvPr/>
              </p:nvSpPr>
              <p:spPr>
                <a:xfrm>
                  <a:off x="10464831" y="85439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11"/>
                <p:cNvSpPr/>
                <p:nvPr/>
              </p:nvSpPr>
              <p:spPr>
                <a:xfrm>
                  <a:off x="10121741" y="976788"/>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11"/>
                <p:cNvSpPr/>
                <p:nvPr/>
              </p:nvSpPr>
              <p:spPr>
                <a:xfrm>
                  <a:off x="10004774" y="976788"/>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11"/>
                <p:cNvSpPr/>
                <p:nvPr/>
              </p:nvSpPr>
              <p:spPr>
                <a:xfrm>
                  <a:off x="10273760" y="1099280"/>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11"/>
                <p:cNvSpPr/>
                <p:nvPr/>
              </p:nvSpPr>
              <p:spPr>
                <a:xfrm>
                  <a:off x="10526458" y="1099280"/>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 name="Google Shape;198;p11"/>
                <p:cNvSpPr/>
                <p:nvPr/>
              </p:nvSpPr>
              <p:spPr>
                <a:xfrm>
                  <a:off x="10004774" y="1099280"/>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 name="Google Shape;199;p11"/>
                <p:cNvSpPr/>
                <p:nvPr/>
              </p:nvSpPr>
              <p:spPr>
                <a:xfrm>
                  <a:off x="10178700" y="1221676"/>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11"/>
                <p:cNvSpPr/>
                <p:nvPr/>
              </p:nvSpPr>
              <p:spPr>
                <a:xfrm>
                  <a:off x="10004774" y="1221676"/>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01" name="Google Shape;201;p11"/>
              <p:cNvGrpSpPr/>
              <p:nvPr/>
            </p:nvGrpSpPr>
            <p:grpSpPr>
              <a:xfrm>
                <a:off x="10004774" y="1374362"/>
                <a:ext cx="604932" cy="303466"/>
                <a:chOff x="10004774" y="1374362"/>
                <a:chExt cx="604932" cy="303466"/>
              </a:xfrm>
            </p:grpSpPr>
            <p:sp>
              <p:nvSpPr>
                <p:cNvPr id="202" name="Google Shape;202;p11"/>
                <p:cNvSpPr/>
                <p:nvPr/>
              </p:nvSpPr>
              <p:spPr>
                <a:xfrm>
                  <a:off x="10004774" y="137436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3" name="Google Shape;203;p11"/>
                <p:cNvSpPr/>
                <p:nvPr/>
              </p:nvSpPr>
              <p:spPr>
                <a:xfrm>
                  <a:off x="10262901" y="137436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4" name="Google Shape;204;p11"/>
                <p:cNvSpPr/>
                <p:nvPr/>
              </p:nvSpPr>
              <p:spPr>
                <a:xfrm>
                  <a:off x="10464831" y="137436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 name="Google Shape;205;p11"/>
                <p:cNvSpPr/>
                <p:nvPr/>
              </p:nvSpPr>
              <p:spPr>
                <a:xfrm>
                  <a:off x="10273760" y="1502378"/>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 name="Google Shape;206;p11"/>
                <p:cNvSpPr/>
                <p:nvPr/>
              </p:nvSpPr>
              <p:spPr>
                <a:xfrm>
                  <a:off x="10526458" y="1502378"/>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 name="Google Shape;207;p11"/>
                <p:cNvSpPr/>
                <p:nvPr/>
              </p:nvSpPr>
              <p:spPr>
                <a:xfrm>
                  <a:off x="10004774" y="1502378"/>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 name="Google Shape;208;p11"/>
                <p:cNvSpPr/>
                <p:nvPr/>
              </p:nvSpPr>
              <p:spPr>
                <a:xfrm>
                  <a:off x="10178700" y="162486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 name="Google Shape;209;p11"/>
                <p:cNvSpPr/>
                <p:nvPr/>
              </p:nvSpPr>
              <p:spPr>
                <a:xfrm>
                  <a:off x="10004774" y="162486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10" name="Google Shape;210;p11"/>
              <p:cNvSpPr/>
              <p:nvPr/>
            </p:nvSpPr>
            <p:spPr>
              <a:xfrm>
                <a:off x="10004774" y="1875948"/>
                <a:ext cx="605885" cy="438816"/>
              </a:xfrm>
              <a:custGeom>
                <a:avLst/>
                <a:gdLst/>
                <a:ahLst/>
                <a:cxnLst/>
                <a:rect l="l" t="t" r="r" b="b"/>
                <a:pathLst>
                  <a:path w="605885" h="438816" extrusionOk="0">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 name="Google Shape;211;p11"/>
              <p:cNvSpPr/>
              <p:nvPr/>
            </p:nvSpPr>
            <p:spPr>
              <a:xfrm>
                <a:off x="9191339" y="860202"/>
                <a:ext cx="605885" cy="815149"/>
              </a:xfrm>
              <a:custGeom>
                <a:avLst/>
                <a:gdLst/>
                <a:ahLst/>
                <a:cxnLst/>
                <a:rect l="l" t="t" r="r" b="b"/>
                <a:pathLst>
                  <a:path w="605885" h="815149" extrusionOk="0">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2" name="Google Shape;212;p11"/>
            <p:cNvGrpSpPr/>
            <p:nvPr/>
          </p:nvGrpSpPr>
          <p:grpSpPr>
            <a:xfrm>
              <a:off x="6717319" y="354723"/>
              <a:ext cx="656533" cy="799751"/>
              <a:chOff x="9097899" y="793051"/>
              <a:chExt cx="780287" cy="950500"/>
            </a:xfrm>
          </p:grpSpPr>
          <p:grpSp>
            <p:nvGrpSpPr>
              <p:cNvPr id="213" name="Google Shape;213;p11"/>
              <p:cNvGrpSpPr/>
              <p:nvPr/>
            </p:nvGrpSpPr>
            <p:grpSpPr>
              <a:xfrm>
                <a:off x="9118758" y="814006"/>
                <a:ext cx="747999" cy="918020"/>
                <a:chOff x="9118758" y="814006"/>
                <a:chExt cx="747999" cy="918020"/>
              </a:xfrm>
            </p:grpSpPr>
            <p:sp>
              <p:nvSpPr>
                <p:cNvPr id="214" name="Google Shape;214;p11"/>
                <p:cNvSpPr/>
                <p:nvPr/>
              </p:nvSpPr>
              <p:spPr>
                <a:xfrm>
                  <a:off x="9131522" y="1722501"/>
                  <a:ext cx="700277" cy="9525"/>
                </a:xfrm>
                <a:custGeom>
                  <a:avLst/>
                  <a:gdLst/>
                  <a:ahLst/>
                  <a:cxnLst/>
                  <a:rect l="l" t="t" r="r" b="b"/>
                  <a:pathLst>
                    <a:path w="700277" h="9525" extrusionOk="0">
                      <a:moveTo>
                        <a:pt x="700278" y="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 name="Google Shape;215;p11"/>
                <p:cNvSpPr/>
                <p:nvPr/>
              </p:nvSpPr>
              <p:spPr>
                <a:xfrm>
                  <a:off x="9118758" y="826579"/>
                  <a:ext cx="9525" cy="870680"/>
                </a:xfrm>
                <a:custGeom>
                  <a:avLst/>
                  <a:gdLst/>
                  <a:ahLst/>
                  <a:cxnLst/>
                  <a:rect l="l" t="t" r="r" b="b"/>
                  <a:pathLst>
                    <a:path w="9525" h="870680" extrusionOk="0">
                      <a:moveTo>
                        <a:pt x="0" y="87068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 name="Google Shape;216;p11"/>
                <p:cNvSpPr/>
                <p:nvPr/>
              </p:nvSpPr>
              <p:spPr>
                <a:xfrm>
                  <a:off x="9144285" y="814006"/>
                  <a:ext cx="700277" cy="9525"/>
                </a:xfrm>
                <a:custGeom>
                  <a:avLst/>
                  <a:gdLst/>
                  <a:ahLst/>
                  <a:cxnLst/>
                  <a:rect l="l" t="t" r="r" b="b"/>
                  <a:pathLst>
                    <a:path w="700277" h="9525" extrusionOk="0">
                      <a:moveTo>
                        <a:pt x="0" y="0"/>
                      </a:moveTo>
                      <a:lnTo>
                        <a:pt x="700278"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 name="Google Shape;217;p11"/>
                <p:cNvSpPr/>
                <p:nvPr/>
              </p:nvSpPr>
              <p:spPr>
                <a:xfrm>
                  <a:off x="9857232" y="839247"/>
                  <a:ext cx="9525" cy="870680"/>
                </a:xfrm>
                <a:custGeom>
                  <a:avLst/>
                  <a:gdLst/>
                  <a:ahLst/>
                  <a:cxnLst/>
                  <a:rect l="l" t="t" r="r" b="b"/>
                  <a:pathLst>
                    <a:path w="9525" h="870680" extrusionOk="0">
                      <a:moveTo>
                        <a:pt x="0" y="0"/>
                      </a:moveTo>
                      <a:lnTo>
                        <a:pt x="0" y="87068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8" name="Google Shape;218;p11"/>
              <p:cNvGrpSpPr/>
              <p:nvPr/>
            </p:nvGrpSpPr>
            <p:grpSpPr>
              <a:xfrm>
                <a:off x="9097899" y="793051"/>
                <a:ext cx="780287" cy="950500"/>
                <a:chOff x="9097899" y="793051"/>
                <a:chExt cx="780287" cy="950500"/>
              </a:xfrm>
            </p:grpSpPr>
            <p:grpSp>
              <p:nvGrpSpPr>
                <p:cNvPr id="219" name="Google Shape;219;p11"/>
                <p:cNvGrpSpPr/>
                <p:nvPr/>
              </p:nvGrpSpPr>
              <p:grpSpPr>
                <a:xfrm>
                  <a:off x="9097899" y="793051"/>
                  <a:ext cx="780287" cy="41909"/>
                  <a:chOff x="9097899" y="793051"/>
                  <a:chExt cx="780287" cy="41909"/>
                </a:xfrm>
              </p:grpSpPr>
              <p:sp>
                <p:nvSpPr>
                  <p:cNvPr id="220" name="Google Shape;220;p11"/>
                  <p:cNvSpPr/>
                  <p:nvPr/>
                </p:nvSpPr>
                <p:spPr>
                  <a:xfrm>
                    <a:off x="9097899"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1" name="Google Shape;221;p11"/>
                  <p:cNvSpPr/>
                  <p:nvPr/>
                </p:nvSpPr>
                <p:spPr>
                  <a:xfrm>
                    <a:off x="9467088"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2" name="Google Shape;222;p11"/>
                  <p:cNvSpPr/>
                  <p:nvPr/>
                </p:nvSpPr>
                <p:spPr>
                  <a:xfrm>
                    <a:off x="9836277"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3" name="Google Shape;223;p11"/>
                <p:cNvGrpSpPr/>
                <p:nvPr/>
              </p:nvGrpSpPr>
              <p:grpSpPr>
                <a:xfrm>
                  <a:off x="9097899" y="1247298"/>
                  <a:ext cx="780287" cy="41910"/>
                  <a:chOff x="9097899" y="1247298"/>
                  <a:chExt cx="780287" cy="41910"/>
                </a:xfrm>
              </p:grpSpPr>
              <p:sp>
                <p:nvSpPr>
                  <p:cNvPr id="224" name="Google Shape;224;p11"/>
                  <p:cNvSpPr/>
                  <p:nvPr/>
                </p:nvSpPr>
                <p:spPr>
                  <a:xfrm>
                    <a:off x="9097899"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 name="Google Shape;225;p11"/>
                  <p:cNvSpPr/>
                  <p:nvPr/>
                </p:nvSpPr>
                <p:spPr>
                  <a:xfrm>
                    <a:off x="9836277"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6" name="Google Shape;226;p11"/>
                <p:cNvGrpSpPr/>
                <p:nvPr/>
              </p:nvGrpSpPr>
              <p:grpSpPr>
                <a:xfrm>
                  <a:off x="9097899" y="1701641"/>
                  <a:ext cx="780287" cy="41910"/>
                  <a:chOff x="9097899" y="1701641"/>
                  <a:chExt cx="780287" cy="41910"/>
                </a:xfrm>
              </p:grpSpPr>
              <p:sp>
                <p:nvSpPr>
                  <p:cNvPr id="227" name="Google Shape;227;p11"/>
                  <p:cNvSpPr/>
                  <p:nvPr/>
                </p:nvSpPr>
                <p:spPr>
                  <a:xfrm>
                    <a:off x="9097899"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 name="Google Shape;228;p11"/>
                  <p:cNvSpPr/>
                  <p:nvPr/>
                </p:nvSpPr>
                <p:spPr>
                  <a:xfrm>
                    <a:off x="9467088"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 name="Google Shape;229;p11"/>
                  <p:cNvSpPr/>
                  <p:nvPr/>
                </p:nvSpPr>
                <p:spPr>
                  <a:xfrm>
                    <a:off x="9836277"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230" name="Google Shape;230;p11"/>
            <p:cNvGrpSpPr/>
            <p:nvPr/>
          </p:nvGrpSpPr>
          <p:grpSpPr>
            <a:xfrm>
              <a:off x="7074117" y="956519"/>
              <a:ext cx="215826" cy="125825"/>
              <a:chOff x="9521952" y="1508283"/>
              <a:chExt cx="256508" cy="149542"/>
            </a:xfrm>
          </p:grpSpPr>
          <p:sp>
            <p:nvSpPr>
              <p:cNvPr id="231" name="Google Shape;231;p11"/>
              <p:cNvSpPr/>
              <p:nvPr/>
            </p:nvSpPr>
            <p:spPr>
              <a:xfrm>
                <a:off x="9521952" y="1508283"/>
                <a:ext cx="256508" cy="149542"/>
              </a:xfrm>
              <a:custGeom>
                <a:avLst/>
                <a:gdLst/>
                <a:ahLst/>
                <a:cxnLst/>
                <a:rect l="l" t="t" r="r" b="b"/>
                <a:pathLst>
                  <a:path w="256508" h="149542" extrusionOk="0">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32" name="Google Shape;232;p11"/>
              <p:cNvGrpSpPr/>
              <p:nvPr/>
            </p:nvGrpSpPr>
            <p:grpSpPr>
              <a:xfrm>
                <a:off x="9556578" y="1534618"/>
                <a:ext cx="183763" cy="98921"/>
                <a:chOff x="9556578" y="1534618"/>
                <a:chExt cx="183763" cy="98921"/>
              </a:xfrm>
            </p:grpSpPr>
            <p:grpSp>
              <p:nvGrpSpPr>
                <p:cNvPr id="233" name="Google Shape;233;p11"/>
                <p:cNvGrpSpPr/>
                <p:nvPr/>
              </p:nvGrpSpPr>
              <p:grpSpPr>
                <a:xfrm>
                  <a:off x="9645396" y="1536115"/>
                  <a:ext cx="94945" cy="94946"/>
                  <a:chOff x="9645396" y="1536115"/>
                  <a:chExt cx="94945" cy="94946"/>
                </a:xfrm>
              </p:grpSpPr>
              <p:sp>
                <p:nvSpPr>
                  <p:cNvPr id="234" name="Google Shape;234;p11"/>
                  <p:cNvSpPr/>
                  <p:nvPr/>
                </p:nvSpPr>
                <p:spPr>
                  <a:xfrm>
                    <a:off x="9645396" y="1588389"/>
                    <a:ext cx="42671" cy="42672"/>
                  </a:xfrm>
                  <a:custGeom>
                    <a:avLst/>
                    <a:gdLst/>
                    <a:ahLst/>
                    <a:cxnLst/>
                    <a:rect l="l" t="t" r="r" b="b"/>
                    <a:pathLst>
                      <a:path w="42671" h="42672" extrusionOk="0">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11"/>
                  <p:cNvSpPr/>
                  <p:nvPr/>
                </p:nvSpPr>
                <p:spPr>
                  <a:xfrm>
                    <a:off x="9674923" y="1536115"/>
                    <a:ext cx="65418" cy="65418"/>
                  </a:xfrm>
                  <a:custGeom>
                    <a:avLst/>
                    <a:gdLst/>
                    <a:ahLst/>
                    <a:cxnLst/>
                    <a:rect l="l" t="t" r="r" b="b"/>
                    <a:pathLst>
                      <a:path w="65418" h="65418" extrusionOk="0">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36" name="Google Shape;236;p11"/>
                <p:cNvGrpSpPr/>
                <p:nvPr/>
              </p:nvGrpSpPr>
              <p:grpSpPr>
                <a:xfrm>
                  <a:off x="9556578" y="1534618"/>
                  <a:ext cx="98773" cy="98921"/>
                  <a:chOff x="9556578" y="1534618"/>
                  <a:chExt cx="98773" cy="98921"/>
                </a:xfrm>
              </p:grpSpPr>
              <p:sp>
                <p:nvSpPr>
                  <p:cNvPr id="237" name="Google Shape;237;p11"/>
                  <p:cNvSpPr/>
                  <p:nvPr/>
                </p:nvSpPr>
                <p:spPr>
                  <a:xfrm>
                    <a:off x="9556578" y="1534618"/>
                    <a:ext cx="98773" cy="98921"/>
                  </a:xfrm>
                  <a:custGeom>
                    <a:avLst/>
                    <a:gdLst/>
                    <a:ahLst/>
                    <a:cxnLst/>
                    <a:rect l="l" t="t" r="r" b="b"/>
                    <a:pathLst>
                      <a:path w="98773" h="98921" extrusionOk="0">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 name="Google Shape;238;p11"/>
                  <p:cNvSpPr/>
                  <p:nvPr/>
                </p:nvSpPr>
                <p:spPr>
                  <a:xfrm>
                    <a:off x="9597270" y="1577125"/>
                    <a:ext cx="15573" cy="15573"/>
                  </a:xfrm>
                  <a:custGeom>
                    <a:avLst/>
                    <a:gdLst/>
                    <a:ahLst/>
                    <a:cxnLst/>
                    <a:rect l="l" t="t" r="r" b="b"/>
                    <a:pathLst>
                      <a:path w="15573" h="15573" extrusionOk="0">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3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40"/>
        <p:cNvGrpSpPr/>
        <p:nvPr/>
      </p:nvGrpSpPr>
      <p:grpSpPr>
        <a:xfrm>
          <a:off x="0" y="0"/>
          <a:ext cx="0" cy="0"/>
          <a:chOff x="0" y="0"/>
          <a:chExt cx="0" cy="0"/>
        </a:xfrm>
      </p:grpSpPr>
      <p:sp>
        <p:nvSpPr>
          <p:cNvPr id="241" name="Google Shape;24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2" name="Google Shape;242;p13"/>
          <p:cNvSpPr txBox="1">
            <a:spLocks noGrp="1"/>
          </p:cNvSpPr>
          <p:nvPr>
            <p:ph type="title" idx="2" hasCustomPrompt="1"/>
          </p:nvPr>
        </p:nvSpPr>
        <p:spPr>
          <a:xfrm>
            <a:off x="1100975"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3" name="Google Shape;243;p13"/>
          <p:cNvSpPr txBox="1">
            <a:spLocks noGrp="1"/>
          </p:cNvSpPr>
          <p:nvPr>
            <p:ph type="title" idx="3" hasCustomPrompt="1"/>
          </p:nvPr>
        </p:nvSpPr>
        <p:spPr>
          <a:xfrm>
            <a:off x="1100975"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4" name="Google Shape;244;p13"/>
          <p:cNvSpPr txBox="1">
            <a:spLocks noGrp="1"/>
          </p:cNvSpPr>
          <p:nvPr>
            <p:ph type="title" idx="4" hasCustomPrompt="1"/>
          </p:nvPr>
        </p:nvSpPr>
        <p:spPr>
          <a:xfrm>
            <a:off x="3419250"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5" name="Google Shape;245;p13"/>
          <p:cNvSpPr txBox="1">
            <a:spLocks noGrp="1"/>
          </p:cNvSpPr>
          <p:nvPr>
            <p:ph type="title" idx="5" hasCustomPrompt="1"/>
          </p:nvPr>
        </p:nvSpPr>
        <p:spPr>
          <a:xfrm>
            <a:off x="3419250"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6" name="Google Shape;246;p13"/>
          <p:cNvSpPr txBox="1">
            <a:spLocks noGrp="1"/>
          </p:cNvSpPr>
          <p:nvPr>
            <p:ph type="title" idx="6" hasCustomPrompt="1"/>
          </p:nvPr>
        </p:nvSpPr>
        <p:spPr>
          <a:xfrm>
            <a:off x="5737525" y="1203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7" name="Google Shape;247;p13"/>
          <p:cNvSpPr txBox="1">
            <a:spLocks noGrp="1"/>
          </p:cNvSpPr>
          <p:nvPr>
            <p:ph type="title" idx="7" hasCustomPrompt="1"/>
          </p:nvPr>
        </p:nvSpPr>
        <p:spPr>
          <a:xfrm>
            <a:off x="5737525" y="278920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48" name="Google Shape;248;p13"/>
          <p:cNvSpPr txBox="1">
            <a:spLocks noGrp="1"/>
          </p:cNvSpPr>
          <p:nvPr>
            <p:ph type="subTitle" idx="1"/>
          </p:nvPr>
        </p:nvSpPr>
        <p:spPr>
          <a:xfrm>
            <a:off x="1100975"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49" name="Google Shape;249;p13"/>
          <p:cNvSpPr txBox="1">
            <a:spLocks noGrp="1"/>
          </p:cNvSpPr>
          <p:nvPr>
            <p:ph type="subTitle" idx="8"/>
          </p:nvPr>
        </p:nvSpPr>
        <p:spPr>
          <a:xfrm>
            <a:off x="3419250"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0" name="Google Shape;250;p13"/>
          <p:cNvSpPr txBox="1">
            <a:spLocks noGrp="1"/>
          </p:cNvSpPr>
          <p:nvPr>
            <p:ph type="subTitle" idx="9"/>
          </p:nvPr>
        </p:nvSpPr>
        <p:spPr>
          <a:xfrm>
            <a:off x="5737525" y="1912475"/>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1" name="Google Shape;251;p13"/>
          <p:cNvSpPr txBox="1">
            <a:spLocks noGrp="1"/>
          </p:cNvSpPr>
          <p:nvPr>
            <p:ph type="subTitle" idx="13"/>
          </p:nvPr>
        </p:nvSpPr>
        <p:spPr>
          <a:xfrm>
            <a:off x="1100975"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2" name="Google Shape;252;p13"/>
          <p:cNvSpPr txBox="1">
            <a:spLocks noGrp="1"/>
          </p:cNvSpPr>
          <p:nvPr>
            <p:ph type="subTitle" idx="14"/>
          </p:nvPr>
        </p:nvSpPr>
        <p:spPr>
          <a:xfrm>
            <a:off x="3419250"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3" name="Google Shape;253;p13"/>
          <p:cNvSpPr txBox="1">
            <a:spLocks noGrp="1"/>
          </p:cNvSpPr>
          <p:nvPr>
            <p:ph type="subTitle" idx="15"/>
          </p:nvPr>
        </p:nvSpPr>
        <p:spPr>
          <a:xfrm>
            <a:off x="5737525" y="3498350"/>
            <a:ext cx="2305500" cy="75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54" name="Google Shape;254;p13"/>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3"/>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6" name="Google Shape;256;p13"/>
          <p:cNvGrpSpPr/>
          <p:nvPr/>
        </p:nvGrpSpPr>
        <p:grpSpPr>
          <a:xfrm>
            <a:off x="8114970" y="266839"/>
            <a:ext cx="829992" cy="750888"/>
            <a:chOff x="8114596" y="445039"/>
            <a:chExt cx="633002" cy="572716"/>
          </a:xfrm>
        </p:grpSpPr>
        <p:grpSp>
          <p:nvGrpSpPr>
            <p:cNvPr id="257" name="Google Shape;257;p13"/>
            <p:cNvGrpSpPr/>
            <p:nvPr/>
          </p:nvGrpSpPr>
          <p:grpSpPr>
            <a:xfrm>
              <a:off x="8114596" y="445039"/>
              <a:ext cx="633002" cy="572716"/>
              <a:chOff x="7189660" y="520827"/>
              <a:chExt cx="598074" cy="541115"/>
            </a:xfrm>
          </p:grpSpPr>
          <p:sp>
            <p:nvSpPr>
              <p:cNvPr id="258" name="Google Shape;258;p13"/>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59" name="Google Shape;259;p13"/>
              <p:cNvGrpSpPr/>
              <p:nvPr/>
            </p:nvGrpSpPr>
            <p:grpSpPr>
              <a:xfrm>
                <a:off x="7579137" y="551973"/>
                <a:ext cx="164782" cy="41529"/>
                <a:chOff x="7579137" y="551973"/>
                <a:chExt cx="164782" cy="41529"/>
              </a:xfrm>
            </p:grpSpPr>
            <p:sp>
              <p:nvSpPr>
                <p:cNvPr id="260" name="Google Shape;260;p13"/>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 name="Google Shape;261;p13"/>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13"/>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63" name="Google Shape;263;p13"/>
            <p:cNvGrpSpPr/>
            <p:nvPr/>
          </p:nvGrpSpPr>
          <p:grpSpPr>
            <a:xfrm>
              <a:off x="8184962" y="619646"/>
              <a:ext cx="498115" cy="257273"/>
              <a:chOff x="7256144" y="685800"/>
              <a:chExt cx="470630" cy="243077"/>
            </a:xfrm>
          </p:grpSpPr>
          <p:sp>
            <p:nvSpPr>
              <p:cNvPr id="264" name="Google Shape;264;p13"/>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65" name="Google Shape;265;p13"/>
              <p:cNvGrpSpPr/>
              <p:nvPr/>
            </p:nvGrpSpPr>
            <p:grpSpPr>
              <a:xfrm>
                <a:off x="7512843" y="685800"/>
                <a:ext cx="213931" cy="243077"/>
                <a:chOff x="7512843" y="685800"/>
                <a:chExt cx="213931" cy="243077"/>
              </a:xfrm>
            </p:grpSpPr>
            <p:grpSp>
              <p:nvGrpSpPr>
                <p:cNvPr id="266" name="Google Shape;266;p13"/>
                <p:cNvGrpSpPr/>
                <p:nvPr/>
              </p:nvGrpSpPr>
              <p:grpSpPr>
                <a:xfrm>
                  <a:off x="7512843" y="836580"/>
                  <a:ext cx="213931" cy="92297"/>
                  <a:chOff x="7512843" y="836580"/>
                  <a:chExt cx="213931" cy="92297"/>
                </a:xfrm>
              </p:grpSpPr>
              <p:sp>
                <p:nvSpPr>
                  <p:cNvPr id="267" name="Google Shape;267;p13"/>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13"/>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9" name="Google Shape;269;p13"/>
                <p:cNvGrpSpPr/>
                <p:nvPr/>
              </p:nvGrpSpPr>
              <p:grpSpPr>
                <a:xfrm>
                  <a:off x="7512843" y="761238"/>
                  <a:ext cx="213931" cy="92296"/>
                  <a:chOff x="7512843" y="761238"/>
                  <a:chExt cx="213931" cy="92296"/>
                </a:xfrm>
              </p:grpSpPr>
              <p:sp>
                <p:nvSpPr>
                  <p:cNvPr id="270" name="Google Shape;270;p13"/>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13"/>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72" name="Google Shape;272;p13"/>
                <p:cNvGrpSpPr/>
                <p:nvPr/>
              </p:nvGrpSpPr>
              <p:grpSpPr>
                <a:xfrm>
                  <a:off x="7512843" y="685800"/>
                  <a:ext cx="213931" cy="92297"/>
                  <a:chOff x="7512843" y="685800"/>
                  <a:chExt cx="213931" cy="92297"/>
                </a:xfrm>
              </p:grpSpPr>
              <p:sp>
                <p:nvSpPr>
                  <p:cNvPr id="273" name="Google Shape;273;p13"/>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13"/>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
        <p:nvSpPr>
          <p:cNvPr id="275" name="Google Shape;275;p13"/>
          <p:cNvSpPr/>
          <p:nvPr/>
        </p:nvSpPr>
        <p:spPr>
          <a:xfrm>
            <a:off x="62832" y="4828541"/>
            <a:ext cx="734045" cy="45268"/>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76" name="Google Shape;276;p13"/>
          <p:cNvGrpSpPr/>
          <p:nvPr/>
        </p:nvGrpSpPr>
        <p:grpSpPr>
          <a:xfrm>
            <a:off x="103395" y="3891186"/>
            <a:ext cx="668783" cy="959747"/>
            <a:chOff x="10519314" y="4728596"/>
            <a:chExt cx="751780" cy="1078731"/>
          </a:xfrm>
        </p:grpSpPr>
        <p:grpSp>
          <p:nvGrpSpPr>
            <p:cNvPr id="277" name="Google Shape;277;p13"/>
            <p:cNvGrpSpPr/>
            <p:nvPr/>
          </p:nvGrpSpPr>
          <p:grpSpPr>
            <a:xfrm>
              <a:off x="10519314" y="4728596"/>
              <a:ext cx="626662" cy="1078731"/>
              <a:chOff x="10519314" y="4728596"/>
              <a:chExt cx="626662" cy="1078731"/>
            </a:xfrm>
          </p:grpSpPr>
          <p:grpSp>
            <p:nvGrpSpPr>
              <p:cNvPr id="278" name="Google Shape;278;p13"/>
              <p:cNvGrpSpPr/>
              <p:nvPr/>
            </p:nvGrpSpPr>
            <p:grpSpPr>
              <a:xfrm>
                <a:off x="10903220" y="4888205"/>
                <a:ext cx="242756" cy="919122"/>
                <a:chOff x="10903220" y="4888205"/>
                <a:chExt cx="242756" cy="919122"/>
              </a:xfrm>
            </p:grpSpPr>
            <p:sp>
              <p:nvSpPr>
                <p:cNvPr id="279" name="Google Shape;279;p13"/>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13"/>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 name="Google Shape;281;p13"/>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82" name="Google Shape;282;p13"/>
                <p:cNvGrpSpPr/>
                <p:nvPr/>
              </p:nvGrpSpPr>
              <p:grpSpPr>
                <a:xfrm>
                  <a:off x="11014221" y="5588618"/>
                  <a:ext cx="100021" cy="114784"/>
                  <a:chOff x="11014221" y="5588618"/>
                  <a:chExt cx="100021" cy="114784"/>
                </a:xfrm>
              </p:grpSpPr>
              <p:sp>
                <p:nvSpPr>
                  <p:cNvPr id="283" name="Google Shape;283;p13"/>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13"/>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13"/>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13"/>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87" name="Google Shape;287;p13"/>
              <p:cNvGrpSpPr/>
              <p:nvPr/>
            </p:nvGrpSpPr>
            <p:grpSpPr>
              <a:xfrm>
                <a:off x="10718623" y="4728596"/>
                <a:ext cx="229169" cy="1075979"/>
                <a:chOff x="10718623" y="4728596"/>
                <a:chExt cx="229169" cy="1075979"/>
              </a:xfrm>
            </p:grpSpPr>
            <p:sp>
              <p:nvSpPr>
                <p:cNvPr id="288" name="Google Shape;288;p13"/>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 name="Google Shape;289;p13"/>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0" name="Google Shape;290;p13"/>
                <p:cNvGrpSpPr/>
                <p:nvPr/>
              </p:nvGrpSpPr>
              <p:grpSpPr>
                <a:xfrm>
                  <a:off x="10765015" y="5040134"/>
                  <a:ext cx="116314" cy="49775"/>
                  <a:chOff x="10765015" y="5040134"/>
                  <a:chExt cx="116314" cy="49775"/>
                </a:xfrm>
              </p:grpSpPr>
              <p:sp>
                <p:nvSpPr>
                  <p:cNvPr id="291" name="Google Shape;291;p13"/>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13"/>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3" name="Google Shape;293;p13"/>
                <p:cNvGrpSpPr/>
                <p:nvPr/>
              </p:nvGrpSpPr>
              <p:grpSpPr>
                <a:xfrm>
                  <a:off x="10784825" y="5436314"/>
                  <a:ext cx="116414" cy="49961"/>
                  <a:chOff x="10784825" y="5436314"/>
                  <a:chExt cx="116414" cy="49961"/>
                </a:xfrm>
              </p:grpSpPr>
              <p:sp>
                <p:nvSpPr>
                  <p:cNvPr id="294" name="Google Shape;294;p13"/>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 name="Google Shape;295;p13"/>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296" name="Google Shape;296;p13"/>
              <p:cNvGrpSpPr/>
              <p:nvPr/>
            </p:nvGrpSpPr>
            <p:grpSpPr>
              <a:xfrm>
                <a:off x="10519314" y="4813458"/>
                <a:ext cx="202120" cy="992123"/>
                <a:chOff x="10519314" y="4813458"/>
                <a:chExt cx="202120" cy="992123"/>
              </a:xfrm>
            </p:grpSpPr>
            <p:sp>
              <p:nvSpPr>
                <p:cNvPr id="297" name="Google Shape;297;p13"/>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13"/>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9" name="Google Shape;299;p13"/>
                <p:cNvGrpSpPr/>
                <p:nvPr/>
              </p:nvGrpSpPr>
              <p:grpSpPr>
                <a:xfrm>
                  <a:off x="10556176" y="5465730"/>
                  <a:ext cx="128397" cy="44196"/>
                  <a:chOff x="10556176" y="5465730"/>
                  <a:chExt cx="128397" cy="44196"/>
                </a:xfrm>
              </p:grpSpPr>
              <p:sp>
                <p:nvSpPr>
                  <p:cNvPr id="300" name="Google Shape;300;p13"/>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 name="Google Shape;301;p13"/>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02" name="Google Shape;302;p13"/>
                <p:cNvGrpSpPr/>
                <p:nvPr/>
              </p:nvGrpSpPr>
              <p:grpSpPr>
                <a:xfrm>
                  <a:off x="10556176" y="5689187"/>
                  <a:ext cx="128397" cy="44196"/>
                  <a:chOff x="10556176" y="5689187"/>
                  <a:chExt cx="128397" cy="44196"/>
                </a:xfrm>
              </p:grpSpPr>
              <p:sp>
                <p:nvSpPr>
                  <p:cNvPr id="303" name="Google Shape;303;p13"/>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 name="Google Shape;304;p13"/>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305" name="Google Shape;305;p13"/>
            <p:cNvGrpSpPr/>
            <p:nvPr/>
          </p:nvGrpSpPr>
          <p:grpSpPr>
            <a:xfrm>
              <a:off x="11058042" y="5088325"/>
              <a:ext cx="213052" cy="717953"/>
              <a:chOff x="11058042" y="5088325"/>
              <a:chExt cx="213052" cy="717953"/>
            </a:xfrm>
          </p:grpSpPr>
          <p:sp>
            <p:nvSpPr>
              <p:cNvPr id="306" name="Google Shape;306;p13"/>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13"/>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08" name="Google Shape;308;p13"/>
          <p:cNvGrpSpPr/>
          <p:nvPr/>
        </p:nvGrpSpPr>
        <p:grpSpPr>
          <a:xfrm>
            <a:off x="150676" y="2823493"/>
            <a:ext cx="516117" cy="779220"/>
            <a:chOff x="10572463" y="3528536"/>
            <a:chExt cx="580168" cy="875823"/>
          </a:xfrm>
        </p:grpSpPr>
        <p:grpSp>
          <p:nvGrpSpPr>
            <p:cNvPr id="309" name="Google Shape;309;p13"/>
            <p:cNvGrpSpPr/>
            <p:nvPr/>
          </p:nvGrpSpPr>
          <p:grpSpPr>
            <a:xfrm>
              <a:off x="10713815" y="3528536"/>
              <a:ext cx="438816" cy="746664"/>
              <a:chOff x="10713815" y="3528536"/>
              <a:chExt cx="438816" cy="746664"/>
            </a:xfrm>
          </p:grpSpPr>
          <p:sp>
            <p:nvSpPr>
              <p:cNvPr id="310" name="Google Shape;310;p13"/>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11" name="Google Shape;311;p13"/>
              <p:cNvGrpSpPr/>
              <p:nvPr/>
            </p:nvGrpSpPr>
            <p:grpSpPr>
              <a:xfrm>
                <a:off x="10776489" y="3625310"/>
                <a:ext cx="313848" cy="288226"/>
                <a:chOff x="10776489" y="3625310"/>
                <a:chExt cx="313848" cy="288226"/>
              </a:xfrm>
            </p:grpSpPr>
            <p:sp>
              <p:nvSpPr>
                <p:cNvPr id="312" name="Google Shape;312;p13"/>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13"/>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13"/>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13"/>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13"/>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13"/>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18" name="Google Shape;318;p13"/>
              <p:cNvGrpSpPr/>
              <p:nvPr/>
            </p:nvGrpSpPr>
            <p:grpSpPr>
              <a:xfrm>
                <a:off x="10776489" y="3999547"/>
                <a:ext cx="313848" cy="181546"/>
                <a:chOff x="10776489" y="3999547"/>
                <a:chExt cx="313848" cy="181546"/>
              </a:xfrm>
            </p:grpSpPr>
            <p:sp>
              <p:nvSpPr>
                <p:cNvPr id="319" name="Google Shape;319;p13"/>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13"/>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13"/>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13"/>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23" name="Google Shape;323;p13"/>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24" name="Google Shape;324;p13"/>
            <p:cNvGrpSpPr/>
            <p:nvPr/>
          </p:nvGrpSpPr>
          <p:grpSpPr>
            <a:xfrm>
              <a:off x="10572463" y="3657790"/>
              <a:ext cx="438817" cy="746569"/>
              <a:chOff x="10572463" y="3657790"/>
              <a:chExt cx="438817" cy="746569"/>
            </a:xfrm>
          </p:grpSpPr>
          <p:sp>
            <p:nvSpPr>
              <p:cNvPr id="325" name="Google Shape;325;p13"/>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26" name="Google Shape;326;p13"/>
              <p:cNvGrpSpPr/>
              <p:nvPr/>
            </p:nvGrpSpPr>
            <p:grpSpPr>
              <a:xfrm>
                <a:off x="10635138" y="3754469"/>
                <a:ext cx="313848" cy="288321"/>
                <a:chOff x="10635138" y="3754469"/>
                <a:chExt cx="313848" cy="288321"/>
              </a:xfrm>
            </p:grpSpPr>
            <p:sp>
              <p:nvSpPr>
                <p:cNvPr id="327" name="Google Shape;327;p13"/>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13"/>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13"/>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 name="Google Shape;330;p13"/>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13"/>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13"/>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3" name="Google Shape;333;p13"/>
              <p:cNvGrpSpPr/>
              <p:nvPr/>
            </p:nvGrpSpPr>
            <p:grpSpPr>
              <a:xfrm>
                <a:off x="10635138" y="4128801"/>
                <a:ext cx="313848" cy="181547"/>
                <a:chOff x="10635138" y="4128801"/>
                <a:chExt cx="313848" cy="181547"/>
              </a:xfrm>
            </p:grpSpPr>
            <p:sp>
              <p:nvSpPr>
                <p:cNvPr id="334" name="Google Shape;334;p13"/>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13"/>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13"/>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13"/>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38" name="Google Shape;338;p13"/>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339" name="Google Shape;339;p13"/>
          <p:cNvGrpSpPr/>
          <p:nvPr/>
        </p:nvGrpSpPr>
        <p:grpSpPr>
          <a:xfrm>
            <a:off x="361835" y="3601018"/>
            <a:ext cx="22030" cy="294484"/>
            <a:chOff x="10809827" y="4402455"/>
            <a:chExt cx="24764" cy="330993"/>
          </a:xfrm>
        </p:grpSpPr>
        <p:sp>
          <p:nvSpPr>
            <p:cNvPr id="340" name="Google Shape;340;p13"/>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 name="Google Shape;341;p13"/>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13"/>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343"/>
        <p:cNvGrpSpPr/>
        <p:nvPr/>
      </p:nvGrpSpPr>
      <p:grpSpPr>
        <a:xfrm>
          <a:off x="0" y="0"/>
          <a:ext cx="0" cy="0"/>
          <a:chOff x="0" y="0"/>
          <a:chExt cx="0" cy="0"/>
        </a:xfrm>
      </p:grpSpPr>
      <p:sp>
        <p:nvSpPr>
          <p:cNvPr id="344" name="Google Shape;344;p14"/>
          <p:cNvSpPr txBox="1">
            <a:spLocks noGrp="1"/>
          </p:cNvSpPr>
          <p:nvPr>
            <p:ph type="title"/>
          </p:nvPr>
        </p:nvSpPr>
        <p:spPr>
          <a:xfrm>
            <a:off x="811975" y="1032900"/>
            <a:ext cx="2804400" cy="10068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45" name="Google Shape;345;p14"/>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Font typeface="Nunito Light"/>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a:endParaRPr/>
          </a:p>
        </p:txBody>
      </p:sp>
      <p:sp>
        <p:nvSpPr>
          <p:cNvPr id="346" name="Google Shape;346;p14"/>
          <p:cNvSpPr>
            <a:spLocks noGrp="1"/>
          </p:cNvSpPr>
          <p:nvPr>
            <p:ph type="pic" idx="2"/>
          </p:nvPr>
        </p:nvSpPr>
        <p:spPr>
          <a:xfrm>
            <a:off x="5668975" y="1076550"/>
            <a:ext cx="2990400" cy="2990400"/>
          </a:xfrm>
          <a:prstGeom prst="roundRect">
            <a:avLst>
              <a:gd name="adj" fmla="val 16667"/>
            </a:avLst>
          </a:prstGeom>
          <a:noFill/>
          <a:ln>
            <a:noFill/>
          </a:ln>
        </p:spPr>
      </p:sp>
      <p:sp>
        <p:nvSpPr>
          <p:cNvPr id="347" name="Google Shape;347;p14"/>
          <p:cNvSpPr/>
          <p:nvPr/>
        </p:nvSpPr>
        <p:spPr>
          <a:xfrm rot="-2381697">
            <a:off x="-1265120" y="-661594"/>
            <a:ext cx="3096202" cy="200898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4"/>
          <p:cNvSpPr/>
          <p:nvPr/>
        </p:nvSpPr>
        <p:spPr>
          <a:xfrm rot="-7296874">
            <a:off x="-735040" y="4231574"/>
            <a:ext cx="2036053" cy="150886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9" name="Google Shape;349;p14"/>
          <p:cNvGrpSpPr/>
          <p:nvPr/>
        </p:nvGrpSpPr>
        <p:grpSpPr>
          <a:xfrm>
            <a:off x="65066" y="4373044"/>
            <a:ext cx="878158" cy="654532"/>
            <a:chOff x="1114425" y="4361211"/>
            <a:chExt cx="573023" cy="427101"/>
          </a:xfrm>
        </p:grpSpPr>
        <p:grpSp>
          <p:nvGrpSpPr>
            <p:cNvPr id="350" name="Google Shape;350;p14"/>
            <p:cNvGrpSpPr/>
            <p:nvPr/>
          </p:nvGrpSpPr>
          <p:grpSpPr>
            <a:xfrm>
              <a:off x="1114425" y="4361211"/>
              <a:ext cx="573023" cy="427101"/>
              <a:chOff x="1114425" y="4361211"/>
              <a:chExt cx="573023" cy="427101"/>
            </a:xfrm>
          </p:grpSpPr>
          <p:sp>
            <p:nvSpPr>
              <p:cNvPr id="351" name="Google Shape;351;p14"/>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2" name="Google Shape;352;p14"/>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3" name="Google Shape;353;p14"/>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54" name="Google Shape;354;p14"/>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95"/>
        <p:cNvGrpSpPr/>
        <p:nvPr/>
      </p:nvGrpSpPr>
      <p:grpSpPr>
        <a:xfrm>
          <a:off x="0" y="0"/>
          <a:ext cx="0" cy="0"/>
          <a:chOff x="0" y="0"/>
          <a:chExt cx="0" cy="0"/>
        </a:xfrm>
      </p:grpSpPr>
      <p:sp>
        <p:nvSpPr>
          <p:cNvPr id="396" name="Google Shape;396;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7" name="Google Shape;397;p16"/>
          <p:cNvSpPr txBox="1">
            <a:spLocks noGrp="1"/>
          </p:cNvSpPr>
          <p:nvPr>
            <p:ph type="subTitle" idx="1"/>
          </p:nvPr>
        </p:nvSpPr>
        <p:spPr>
          <a:xfrm>
            <a:off x="937625"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8" name="Google Shape;398;p16"/>
          <p:cNvSpPr txBox="1">
            <a:spLocks noGrp="1"/>
          </p:cNvSpPr>
          <p:nvPr>
            <p:ph type="subTitle" idx="2"/>
          </p:nvPr>
        </p:nvSpPr>
        <p:spPr>
          <a:xfrm>
            <a:off x="3484347"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99" name="Google Shape;399;p16"/>
          <p:cNvSpPr txBox="1">
            <a:spLocks noGrp="1"/>
          </p:cNvSpPr>
          <p:nvPr>
            <p:ph type="subTitle" idx="3"/>
          </p:nvPr>
        </p:nvSpPr>
        <p:spPr>
          <a:xfrm>
            <a:off x="6031075" y="2579823"/>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0" name="Google Shape;400;p16"/>
          <p:cNvSpPr txBox="1">
            <a:spLocks noGrp="1"/>
          </p:cNvSpPr>
          <p:nvPr>
            <p:ph type="subTitle" idx="4"/>
          </p:nvPr>
        </p:nvSpPr>
        <p:spPr>
          <a:xfrm>
            <a:off x="937625"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1" name="Google Shape;401;p16"/>
          <p:cNvSpPr txBox="1">
            <a:spLocks noGrp="1"/>
          </p:cNvSpPr>
          <p:nvPr>
            <p:ph type="subTitle" idx="5"/>
          </p:nvPr>
        </p:nvSpPr>
        <p:spPr>
          <a:xfrm>
            <a:off x="3484350"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2" name="Google Shape;402;p16"/>
          <p:cNvSpPr txBox="1">
            <a:spLocks noGrp="1"/>
          </p:cNvSpPr>
          <p:nvPr>
            <p:ph type="subTitle" idx="6"/>
          </p:nvPr>
        </p:nvSpPr>
        <p:spPr>
          <a:xfrm>
            <a:off x="6031075" y="1775401"/>
            <a:ext cx="21753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3" name="Google Shape;403;p16"/>
          <p:cNvSpPr/>
          <p:nvPr/>
        </p:nvSpPr>
        <p:spPr>
          <a:xfrm rot="8800738" flipH="1">
            <a:off x="7902412" y="4181666"/>
            <a:ext cx="1680262" cy="135858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6"/>
          <p:cNvSpPr/>
          <p:nvPr/>
        </p:nvSpPr>
        <p:spPr>
          <a:xfrm rot="-8942362" flipH="1">
            <a:off x="-983149" y="4040244"/>
            <a:ext cx="2474148" cy="200058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6"/>
          <p:cNvSpPr/>
          <p:nvPr/>
        </p:nvSpPr>
        <p:spPr>
          <a:xfrm rot="1554271" flipH="1">
            <a:off x="7563507" y="-664049"/>
            <a:ext cx="2112334" cy="200257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6"/>
          <p:cNvSpPr/>
          <p:nvPr/>
        </p:nvSpPr>
        <p:spPr>
          <a:xfrm>
            <a:off x="62825" y="1725386"/>
            <a:ext cx="606206" cy="37384"/>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07" name="Google Shape;407;p16"/>
          <p:cNvGrpSpPr/>
          <p:nvPr/>
        </p:nvGrpSpPr>
        <p:grpSpPr>
          <a:xfrm>
            <a:off x="96399" y="951293"/>
            <a:ext cx="552408" cy="792759"/>
            <a:chOff x="10519314" y="4728596"/>
            <a:chExt cx="751780" cy="1078731"/>
          </a:xfrm>
        </p:grpSpPr>
        <p:grpSp>
          <p:nvGrpSpPr>
            <p:cNvPr id="408" name="Google Shape;408;p16"/>
            <p:cNvGrpSpPr/>
            <p:nvPr/>
          </p:nvGrpSpPr>
          <p:grpSpPr>
            <a:xfrm>
              <a:off x="10519314" y="4728596"/>
              <a:ext cx="626662" cy="1078731"/>
              <a:chOff x="10519314" y="4728596"/>
              <a:chExt cx="626662" cy="1078731"/>
            </a:xfrm>
          </p:grpSpPr>
          <p:grpSp>
            <p:nvGrpSpPr>
              <p:cNvPr id="409" name="Google Shape;409;p16"/>
              <p:cNvGrpSpPr/>
              <p:nvPr/>
            </p:nvGrpSpPr>
            <p:grpSpPr>
              <a:xfrm>
                <a:off x="10903220" y="4888205"/>
                <a:ext cx="242756" cy="919122"/>
                <a:chOff x="10903220" y="4888205"/>
                <a:chExt cx="242756" cy="919122"/>
              </a:xfrm>
            </p:grpSpPr>
            <p:sp>
              <p:nvSpPr>
                <p:cNvPr id="410" name="Google Shape;410;p16"/>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 name="Google Shape;411;p16"/>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 name="Google Shape;412;p16"/>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13" name="Google Shape;413;p16"/>
                <p:cNvGrpSpPr/>
                <p:nvPr/>
              </p:nvGrpSpPr>
              <p:grpSpPr>
                <a:xfrm>
                  <a:off x="11014221" y="5588618"/>
                  <a:ext cx="100021" cy="114784"/>
                  <a:chOff x="11014221" y="5588618"/>
                  <a:chExt cx="100021" cy="114784"/>
                </a:xfrm>
              </p:grpSpPr>
              <p:sp>
                <p:nvSpPr>
                  <p:cNvPr id="414" name="Google Shape;414;p16"/>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16"/>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16"/>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16"/>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18" name="Google Shape;418;p16"/>
              <p:cNvGrpSpPr/>
              <p:nvPr/>
            </p:nvGrpSpPr>
            <p:grpSpPr>
              <a:xfrm>
                <a:off x="10718623" y="4728596"/>
                <a:ext cx="229169" cy="1075979"/>
                <a:chOff x="10718623" y="4728596"/>
                <a:chExt cx="229169" cy="1075979"/>
              </a:xfrm>
            </p:grpSpPr>
            <p:sp>
              <p:nvSpPr>
                <p:cNvPr id="419" name="Google Shape;419;p16"/>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16"/>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21" name="Google Shape;421;p16"/>
                <p:cNvGrpSpPr/>
                <p:nvPr/>
              </p:nvGrpSpPr>
              <p:grpSpPr>
                <a:xfrm>
                  <a:off x="10765015" y="5040134"/>
                  <a:ext cx="116314" cy="49775"/>
                  <a:chOff x="10765015" y="5040134"/>
                  <a:chExt cx="116314" cy="49775"/>
                </a:xfrm>
              </p:grpSpPr>
              <p:sp>
                <p:nvSpPr>
                  <p:cNvPr id="422" name="Google Shape;422;p16"/>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16"/>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24" name="Google Shape;424;p16"/>
                <p:cNvGrpSpPr/>
                <p:nvPr/>
              </p:nvGrpSpPr>
              <p:grpSpPr>
                <a:xfrm>
                  <a:off x="10784825" y="5436314"/>
                  <a:ext cx="116414" cy="49961"/>
                  <a:chOff x="10784825" y="5436314"/>
                  <a:chExt cx="116414" cy="49961"/>
                </a:xfrm>
              </p:grpSpPr>
              <p:sp>
                <p:nvSpPr>
                  <p:cNvPr id="425" name="Google Shape;425;p16"/>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6" name="Google Shape;426;p16"/>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27" name="Google Shape;427;p16"/>
              <p:cNvGrpSpPr/>
              <p:nvPr/>
            </p:nvGrpSpPr>
            <p:grpSpPr>
              <a:xfrm>
                <a:off x="10519314" y="4813458"/>
                <a:ext cx="202120" cy="992123"/>
                <a:chOff x="10519314" y="4813458"/>
                <a:chExt cx="202120" cy="992123"/>
              </a:xfrm>
            </p:grpSpPr>
            <p:sp>
              <p:nvSpPr>
                <p:cNvPr id="428" name="Google Shape;428;p16"/>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16"/>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30" name="Google Shape;430;p16"/>
                <p:cNvGrpSpPr/>
                <p:nvPr/>
              </p:nvGrpSpPr>
              <p:grpSpPr>
                <a:xfrm>
                  <a:off x="10556176" y="5465730"/>
                  <a:ext cx="128397" cy="44196"/>
                  <a:chOff x="10556176" y="5465730"/>
                  <a:chExt cx="128397" cy="44196"/>
                </a:xfrm>
              </p:grpSpPr>
              <p:sp>
                <p:nvSpPr>
                  <p:cNvPr id="431" name="Google Shape;431;p16"/>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16"/>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33" name="Google Shape;433;p16"/>
                <p:cNvGrpSpPr/>
                <p:nvPr/>
              </p:nvGrpSpPr>
              <p:grpSpPr>
                <a:xfrm>
                  <a:off x="10556176" y="5689187"/>
                  <a:ext cx="128397" cy="44196"/>
                  <a:chOff x="10556176" y="5689187"/>
                  <a:chExt cx="128397" cy="44196"/>
                </a:xfrm>
              </p:grpSpPr>
              <p:sp>
                <p:nvSpPr>
                  <p:cNvPr id="434" name="Google Shape;434;p16"/>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16"/>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436" name="Google Shape;436;p16"/>
            <p:cNvGrpSpPr/>
            <p:nvPr/>
          </p:nvGrpSpPr>
          <p:grpSpPr>
            <a:xfrm>
              <a:off x="11058042" y="5088325"/>
              <a:ext cx="213052" cy="717953"/>
              <a:chOff x="11058042" y="5088325"/>
              <a:chExt cx="213052" cy="717953"/>
            </a:xfrm>
          </p:grpSpPr>
          <p:sp>
            <p:nvSpPr>
              <p:cNvPr id="437" name="Google Shape;437;p16"/>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16"/>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39" name="Google Shape;439;p16"/>
          <p:cNvGrpSpPr/>
          <p:nvPr/>
        </p:nvGrpSpPr>
        <p:grpSpPr>
          <a:xfrm>
            <a:off x="135453" y="69369"/>
            <a:ext cx="426307" cy="643642"/>
            <a:chOff x="10572463" y="3528536"/>
            <a:chExt cx="580168" cy="875823"/>
          </a:xfrm>
        </p:grpSpPr>
        <p:grpSp>
          <p:nvGrpSpPr>
            <p:cNvPr id="440" name="Google Shape;440;p16"/>
            <p:cNvGrpSpPr/>
            <p:nvPr/>
          </p:nvGrpSpPr>
          <p:grpSpPr>
            <a:xfrm>
              <a:off x="10713815" y="3528536"/>
              <a:ext cx="438816" cy="746664"/>
              <a:chOff x="10713815" y="3528536"/>
              <a:chExt cx="438816" cy="746664"/>
            </a:xfrm>
          </p:grpSpPr>
          <p:sp>
            <p:nvSpPr>
              <p:cNvPr id="441" name="Google Shape;441;p16"/>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42" name="Google Shape;442;p16"/>
              <p:cNvGrpSpPr/>
              <p:nvPr/>
            </p:nvGrpSpPr>
            <p:grpSpPr>
              <a:xfrm>
                <a:off x="10776489" y="3625310"/>
                <a:ext cx="313848" cy="288226"/>
                <a:chOff x="10776489" y="3625310"/>
                <a:chExt cx="313848" cy="288226"/>
              </a:xfrm>
            </p:grpSpPr>
            <p:sp>
              <p:nvSpPr>
                <p:cNvPr id="443" name="Google Shape;443;p16"/>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16"/>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16"/>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6" name="Google Shape;446;p16"/>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7" name="Google Shape;447;p16"/>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8" name="Google Shape;448;p16"/>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49" name="Google Shape;449;p16"/>
              <p:cNvGrpSpPr/>
              <p:nvPr/>
            </p:nvGrpSpPr>
            <p:grpSpPr>
              <a:xfrm>
                <a:off x="10776489" y="3999547"/>
                <a:ext cx="313848" cy="181546"/>
                <a:chOff x="10776489" y="3999547"/>
                <a:chExt cx="313848" cy="181546"/>
              </a:xfrm>
            </p:grpSpPr>
            <p:sp>
              <p:nvSpPr>
                <p:cNvPr id="450" name="Google Shape;450;p16"/>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1" name="Google Shape;451;p16"/>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2" name="Google Shape;452;p16"/>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16"/>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54" name="Google Shape;454;p16"/>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55" name="Google Shape;455;p16"/>
            <p:cNvGrpSpPr/>
            <p:nvPr/>
          </p:nvGrpSpPr>
          <p:grpSpPr>
            <a:xfrm>
              <a:off x="10572463" y="3657790"/>
              <a:ext cx="438817" cy="746569"/>
              <a:chOff x="10572463" y="3657790"/>
              <a:chExt cx="438817" cy="746569"/>
            </a:xfrm>
          </p:grpSpPr>
          <p:sp>
            <p:nvSpPr>
              <p:cNvPr id="456" name="Google Shape;456;p16"/>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57" name="Google Shape;457;p16"/>
              <p:cNvGrpSpPr/>
              <p:nvPr/>
            </p:nvGrpSpPr>
            <p:grpSpPr>
              <a:xfrm>
                <a:off x="10635138" y="3754469"/>
                <a:ext cx="313848" cy="288321"/>
                <a:chOff x="10635138" y="3754469"/>
                <a:chExt cx="313848" cy="288321"/>
              </a:xfrm>
            </p:grpSpPr>
            <p:sp>
              <p:nvSpPr>
                <p:cNvPr id="458" name="Google Shape;458;p16"/>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16"/>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0" name="Google Shape;460;p16"/>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1" name="Google Shape;461;p16"/>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16"/>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16"/>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64" name="Google Shape;464;p16"/>
              <p:cNvGrpSpPr/>
              <p:nvPr/>
            </p:nvGrpSpPr>
            <p:grpSpPr>
              <a:xfrm>
                <a:off x="10635138" y="4128801"/>
                <a:ext cx="313848" cy="181547"/>
                <a:chOff x="10635138" y="4128801"/>
                <a:chExt cx="313848" cy="181547"/>
              </a:xfrm>
            </p:grpSpPr>
            <p:sp>
              <p:nvSpPr>
                <p:cNvPr id="465" name="Google Shape;465;p16"/>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16"/>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16"/>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16"/>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69" name="Google Shape;469;p16"/>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70" name="Google Shape;470;p16"/>
          <p:cNvGrpSpPr/>
          <p:nvPr/>
        </p:nvGrpSpPr>
        <p:grpSpPr>
          <a:xfrm>
            <a:off x="309868" y="711612"/>
            <a:ext cx="18197" cy="243247"/>
            <a:chOff x="10809827" y="4402455"/>
            <a:chExt cx="24764" cy="330993"/>
          </a:xfrm>
        </p:grpSpPr>
        <p:sp>
          <p:nvSpPr>
            <p:cNvPr id="471" name="Google Shape;471;p16"/>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16"/>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16"/>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4" name="Google Shape;474;p16"/>
          <p:cNvGrpSpPr/>
          <p:nvPr/>
        </p:nvGrpSpPr>
        <p:grpSpPr>
          <a:xfrm>
            <a:off x="8421644" y="1045085"/>
            <a:ext cx="396068" cy="717683"/>
            <a:chOff x="1945386" y="5582316"/>
            <a:chExt cx="470725" cy="852963"/>
          </a:xfrm>
        </p:grpSpPr>
        <p:grpSp>
          <p:nvGrpSpPr>
            <p:cNvPr id="475" name="Google Shape;475;p16"/>
            <p:cNvGrpSpPr/>
            <p:nvPr/>
          </p:nvGrpSpPr>
          <p:grpSpPr>
            <a:xfrm>
              <a:off x="1945386" y="5582316"/>
              <a:ext cx="470725" cy="852963"/>
              <a:chOff x="1945386" y="5582316"/>
              <a:chExt cx="470725" cy="852963"/>
            </a:xfrm>
          </p:grpSpPr>
          <p:sp>
            <p:nvSpPr>
              <p:cNvPr id="476" name="Google Shape;476;p16"/>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16"/>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78" name="Google Shape;478;p16"/>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79" name="Google Shape;479;p16"/>
          <p:cNvGrpSpPr/>
          <p:nvPr/>
        </p:nvGrpSpPr>
        <p:grpSpPr>
          <a:xfrm>
            <a:off x="8088695" y="57742"/>
            <a:ext cx="1061979" cy="558999"/>
            <a:chOff x="3859815" y="2867310"/>
            <a:chExt cx="1262157" cy="664368"/>
          </a:xfrm>
        </p:grpSpPr>
        <p:sp>
          <p:nvSpPr>
            <p:cNvPr id="480" name="Google Shape;480;p16"/>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81" name="Google Shape;481;p16"/>
            <p:cNvGrpSpPr/>
            <p:nvPr/>
          </p:nvGrpSpPr>
          <p:grpSpPr>
            <a:xfrm>
              <a:off x="4275677" y="3065525"/>
              <a:ext cx="334517" cy="380047"/>
              <a:chOff x="4275677" y="3065525"/>
              <a:chExt cx="334517" cy="380047"/>
            </a:xfrm>
          </p:grpSpPr>
          <p:grpSp>
            <p:nvGrpSpPr>
              <p:cNvPr id="482" name="Google Shape;482;p16"/>
              <p:cNvGrpSpPr/>
              <p:nvPr/>
            </p:nvGrpSpPr>
            <p:grpSpPr>
              <a:xfrm>
                <a:off x="4275677" y="3065525"/>
                <a:ext cx="334517" cy="380047"/>
                <a:chOff x="4275677" y="3065525"/>
                <a:chExt cx="334517" cy="380047"/>
              </a:xfrm>
            </p:grpSpPr>
            <p:grpSp>
              <p:nvGrpSpPr>
                <p:cNvPr id="483" name="Google Shape;483;p16"/>
                <p:cNvGrpSpPr/>
                <p:nvPr/>
              </p:nvGrpSpPr>
              <p:grpSpPr>
                <a:xfrm>
                  <a:off x="4275677" y="3301269"/>
                  <a:ext cx="334422" cy="144303"/>
                  <a:chOff x="4275677" y="3301269"/>
                  <a:chExt cx="334422" cy="144303"/>
                </a:xfrm>
              </p:grpSpPr>
              <p:sp>
                <p:nvSpPr>
                  <p:cNvPr id="484" name="Google Shape;484;p16"/>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 name="Google Shape;485;p16"/>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6" name="Google Shape;486;p16"/>
                <p:cNvGrpSpPr/>
                <p:nvPr/>
              </p:nvGrpSpPr>
              <p:grpSpPr>
                <a:xfrm>
                  <a:off x="4275677" y="3183350"/>
                  <a:ext cx="334422" cy="144302"/>
                  <a:chOff x="4275677" y="3183350"/>
                  <a:chExt cx="334422" cy="144302"/>
                </a:xfrm>
              </p:grpSpPr>
              <p:sp>
                <p:nvSpPr>
                  <p:cNvPr id="487" name="Google Shape;487;p16"/>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16"/>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9" name="Google Shape;489;p16"/>
                <p:cNvGrpSpPr/>
                <p:nvPr/>
              </p:nvGrpSpPr>
              <p:grpSpPr>
                <a:xfrm>
                  <a:off x="4275677" y="3065525"/>
                  <a:ext cx="334517" cy="144303"/>
                  <a:chOff x="4275677" y="3065525"/>
                  <a:chExt cx="334517" cy="144303"/>
                </a:xfrm>
              </p:grpSpPr>
              <p:sp>
                <p:nvSpPr>
                  <p:cNvPr id="490" name="Google Shape;490;p16"/>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16"/>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492" name="Google Shape;492;p16"/>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16"/>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16"/>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495" name="Google Shape;495;p16"/>
          <p:cNvGrpSpPr/>
          <p:nvPr/>
        </p:nvGrpSpPr>
        <p:grpSpPr>
          <a:xfrm>
            <a:off x="8582238" y="611818"/>
            <a:ext cx="33124" cy="442802"/>
            <a:chOff x="10809827" y="4402455"/>
            <a:chExt cx="24764" cy="330993"/>
          </a:xfrm>
        </p:grpSpPr>
        <p:sp>
          <p:nvSpPr>
            <p:cNvPr id="496" name="Google Shape;496;p16"/>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16"/>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16"/>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99"/>
        <p:cNvGrpSpPr/>
        <p:nvPr/>
      </p:nvGrpSpPr>
      <p:grpSpPr>
        <a:xfrm>
          <a:off x="0" y="0"/>
          <a:ext cx="0" cy="0"/>
          <a:chOff x="0" y="0"/>
          <a:chExt cx="0" cy="0"/>
        </a:xfrm>
      </p:grpSpPr>
      <p:sp>
        <p:nvSpPr>
          <p:cNvPr id="500" name="Google Shape;500;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01" name="Google Shape;501;p17"/>
          <p:cNvSpPr txBox="1">
            <a:spLocks noGrp="1"/>
          </p:cNvSpPr>
          <p:nvPr>
            <p:ph type="subTitle" idx="1"/>
          </p:nvPr>
        </p:nvSpPr>
        <p:spPr>
          <a:xfrm>
            <a:off x="1253225" y="20537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2" name="Google Shape;502;p17"/>
          <p:cNvSpPr txBox="1">
            <a:spLocks noGrp="1"/>
          </p:cNvSpPr>
          <p:nvPr>
            <p:ph type="subTitle" idx="2"/>
          </p:nvPr>
        </p:nvSpPr>
        <p:spPr>
          <a:xfrm>
            <a:off x="5079776" y="20537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3" name="Google Shape;503;p17"/>
          <p:cNvSpPr txBox="1">
            <a:spLocks noGrp="1"/>
          </p:cNvSpPr>
          <p:nvPr>
            <p:ph type="subTitle" idx="3"/>
          </p:nvPr>
        </p:nvSpPr>
        <p:spPr>
          <a:xfrm>
            <a:off x="1253225" y="35653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4" name="Google Shape;504;p17"/>
          <p:cNvSpPr txBox="1">
            <a:spLocks noGrp="1"/>
          </p:cNvSpPr>
          <p:nvPr>
            <p:ph type="subTitle" idx="4"/>
          </p:nvPr>
        </p:nvSpPr>
        <p:spPr>
          <a:xfrm>
            <a:off x="5079776" y="3565300"/>
            <a:ext cx="2811000" cy="103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5" name="Google Shape;505;p17"/>
          <p:cNvSpPr txBox="1">
            <a:spLocks noGrp="1"/>
          </p:cNvSpPr>
          <p:nvPr>
            <p:ph type="subTitle" idx="5"/>
          </p:nvPr>
        </p:nvSpPr>
        <p:spPr>
          <a:xfrm>
            <a:off x="1253225" y="1363500"/>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6" name="Google Shape;506;p17"/>
          <p:cNvSpPr txBox="1">
            <a:spLocks noGrp="1"/>
          </p:cNvSpPr>
          <p:nvPr>
            <p:ph type="subTitle" idx="6"/>
          </p:nvPr>
        </p:nvSpPr>
        <p:spPr>
          <a:xfrm>
            <a:off x="1253225" y="2875125"/>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7" name="Google Shape;507;p17"/>
          <p:cNvSpPr txBox="1">
            <a:spLocks noGrp="1"/>
          </p:cNvSpPr>
          <p:nvPr>
            <p:ph type="subTitle" idx="7"/>
          </p:nvPr>
        </p:nvSpPr>
        <p:spPr>
          <a:xfrm>
            <a:off x="5079750" y="1363500"/>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8" name="Google Shape;508;p17"/>
          <p:cNvSpPr txBox="1">
            <a:spLocks noGrp="1"/>
          </p:cNvSpPr>
          <p:nvPr>
            <p:ph type="subTitle" idx="8"/>
          </p:nvPr>
        </p:nvSpPr>
        <p:spPr>
          <a:xfrm>
            <a:off x="5079750" y="2875125"/>
            <a:ext cx="2811000" cy="697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09" name="Google Shape;509;p17"/>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7"/>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1" name="Google Shape;511;p17"/>
          <p:cNvGrpSpPr/>
          <p:nvPr/>
        </p:nvGrpSpPr>
        <p:grpSpPr>
          <a:xfrm>
            <a:off x="65066" y="4373044"/>
            <a:ext cx="878158" cy="654532"/>
            <a:chOff x="1114425" y="4361211"/>
            <a:chExt cx="573023" cy="427101"/>
          </a:xfrm>
        </p:grpSpPr>
        <p:grpSp>
          <p:nvGrpSpPr>
            <p:cNvPr id="512" name="Google Shape;512;p17"/>
            <p:cNvGrpSpPr/>
            <p:nvPr/>
          </p:nvGrpSpPr>
          <p:grpSpPr>
            <a:xfrm>
              <a:off x="1114425" y="4361211"/>
              <a:ext cx="573023" cy="427101"/>
              <a:chOff x="1114425" y="4361211"/>
              <a:chExt cx="573023" cy="427101"/>
            </a:xfrm>
          </p:grpSpPr>
          <p:sp>
            <p:nvSpPr>
              <p:cNvPr id="513" name="Google Shape;513;p1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4" name="Google Shape;514;p1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5" name="Google Shape;515;p1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16" name="Google Shape;516;p1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17" name="Google Shape;517;p17"/>
          <p:cNvGrpSpPr/>
          <p:nvPr/>
        </p:nvGrpSpPr>
        <p:grpSpPr>
          <a:xfrm>
            <a:off x="8114970" y="266839"/>
            <a:ext cx="829992" cy="750888"/>
            <a:chOff x="8114596" y="445039"/>
            <a:chExt cx="633002" cy="572716"/>
          </a:xfrm>
        </p:grpSpPr>
        <p:grpSp>
          <p:nvGrpSpPr>
            <p:cNvPr id="518" name="Google Shape;518;p17"/>
            <p:cNvGrpSpPr/>
            <p:nvPr/>
          </p:nvGrpSpPr>
          <p:grpSpPr>
            <a:xfrm>
              <a:off x="8114596" y="445039"/>
              <a:ext cx="633002" cy="572716"/>
              <a:chOff x="7189660" y="520827"/>
              <a:chExt cx="598074" cy="541115"/>
            </a:xfrm>
          </p:grpSpPr>
          <p:sp>
            <p:nvSpPr>
              <p:cNvPr id="519" name="Google Shape;519;p17"/>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20" name="Google Shape;520;p17"/>
              <p:cNvGrpSpPr/>
              <p:nvPr/>
            </p:nvGrpSpPr>
            <p:grpSpPr>
              <a:xfrm>
                <a:off x="7579137" y="551973"/>
                <a:ext cx="164782" cy="41529"/>
                <a:chOff x="7579137" y="551973"/>
                <a:chExt cx="164782" cy="41529"/>
              </a:xfrm>
            </p:grpSpPr>
            <p:sp>
              <p:nvSpPr>
                <p:cNvPr id="521" name="Google Shape;521;p17"/>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2" name="Google Shape;522;p17"/>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3" name="Google Shape;523;p17"/>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24" name="Google Shape;524;p17"/>
            <p:cNvGrpSpPr/>
            <p:nvPr/>
          </p:nvGrpSpPr>
          <p:grpSpPr>
            <a:xfrm>
              <a:off x="8184962" y="619646"/>
              <a:ext cx="498115" cy="257273"/>
              <a:chOff x="7256144" y="685800"/>
              <a:chExt cx="470630" cy="243077"/>
            </a:xfrm>
          </p:grpSpPr>
          <p:sp>
            <p:nvSpPr>
              <p:cNvPr id="525" name="Google Shape;525;p17"/>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26" name="Google Shape;526;p17"/>
              <p:cNvGrpSpPr/>
              <p:nvPr/>
            </p:nvGrpSpPr>
            <p:grpSpPr>
              <a:xfrm>
                <a:off x="7512843" y="685800"/>
                <a:ext cx="213931" cy="243077"/>
                <a:chOff x="7512843" y="685800"/>
                <a:chExt cx="213931" cy="243077"/>
              </a:xfrm>
            </p:grpSpPr>
            <p:grpSp>
              <p:nvGrpSpPr>
                <p:cNvPr id="527" name="Google Shape;527;p17"/>
                <p:cNvGrpSpPr/>
                <p:nvPr/>
              </p:nvGrpSpPr>
              <p:grpSpPr>
                <a:xfrm>
                  <a:off x="7512843" y="836580"/>
                  <a:ext cx="213931" cy="92297"/>
                  <a:chOff x="7512843" y="836580"/>
                  <a:chExt cx="213931" cy="92297"/>
                </a:xfrm>
              </p:grpSpPr>
              <p:sp>
                <p:nvSpPr>
                  <p:cNvPr id="528" name="Google Shape;528;p17"/>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9" name="Google Shape;529;p17"/>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30" name="Google Shape;530;p17"/>
                <p:cNvGrpSpPr/>
                <p:nvPr/>
              </p:nvGrpSpPr>
              <p:grpSpPr>
                <a:xfrm>
                  <a:off x="7512843" y="761238"/>
                  <a:ext cx="213931" cy="92296"/>
                  <a:chOff x="7512843" y="761238"/>
                  <a:chExt cx="213931" cy="92296"/>
                </a:xfrm>
              </p:grpSpPr>
              <p:sp>
                <p:nvSpPr>
                  <p:cNvPr id="531" name="Google Shape;531;p17"/>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2" name="Google Shape;532;p17"/>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33" name="Google Shape;533;p17"/>
                <p:cNvGrpSpPr/>
                <p:nvPr/>
              </p:nvGrpSpPr>
              <p:grpSpPr>
                <a:xfrm>
                  <a:off x="7512843" y="685800"/>
                  <a:ext cx="213931" cy="92297"/>
                  <a:chOff x="7512843" y="685800"/>
                  <a:chExt cx="213931" cy="92297"/>
                </a:xfrm>
              </p:grpSpPr>
              <p:sp>
                <p:nvSpPr>
                  <p:cNvPr id="534" name="Google Shape;534;p17"/>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535;p17"/>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536"/>
        <p:cNvGrpSpPr/>
        <p:nvPr/>
      </p:nvGrpSpPr>
      <p:grpSpPr>
        <a:xfrm>
          <a:off x="0" y="0"/>
          <a:ext cx="0" cy="0"/>
          <a:chOff x="0" y="0"/>
          <a:chExt cx="0" cy="0"/>
        </a:xfrm>
      </p:grpSpPr>
      <p:sp>
        <p:nvSpPr>
          <p:cNvPr id="537" name="Google Shape;537;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38" name="Google Shape;538;p18"/>
          <p:cNvSpPr txBox="1">
            <a:spLocks noGrp="1"/>
          </p:cNvSpPr>
          <p:nvPr>
            <p:ph type="subTitle" idx="1"/>
          </p:nvPr>
        </p:nvSpPr>
        <p:spPr>
          <a:xfrm>
            <a:off x="723900" y="171015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39" name="Google Shape;539;p18"/>
          <p:cNvSpPr txBox="1">
            <a:spLocks noGrp="1"/>
          </p:cNvSpPr>
          <p:nvPr>
            <p:ph type="subTitle" idx="2"/>
          </p:nvPr>
        </p:nvSpPr>
        <p:spPr>
          <a:xfrm>
            <a:off x="3577144"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0" name="Google Shape;540;p18"/>
          <p:cNvSpPr txBox="1">
            <a:spLocks noGrp="1"/>
          </p:cNvSpPr>
          <p:nvPr>
            <p:ph type="subTitle" idx="3"/>
          </p:nvPr>
        </p:nvSpPr>
        <p:spPr>
          <a:xfrm>
            <a:off x="723900"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1" name="Google Shape;541;p18"/>
          <p:cNvSpPr txBox="1">
            <a:spLocks noGrp="1"/>
          </p:cNvSpPr>
          <p:nvPr>
            <p:ph type="subTitle" idx="4"/>
          </p:nvPr>
        </p:nvSpPr>
        <p:spPr>
          <a:xfrm>
            <a:off x="3577144"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2" name="Google Shape;542;p18"/>
          <p:cNvSpPr txBox="1">
            <a:spLocks noGrp="1"/>
          </p:cNvSpPr>
          <p:nvPr>
            <p:ph type="subTitle" idx="5"/>
          </p:nvPr>
        </p:nvSpPr>
        <p:spPr>
          <a:xfrm>
            <a:off x="6430388" y="1710161"/>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3" name="Google Shape;543;p18"/>
          <p:cNvSpPr txBox="1">
            <a:spLocks noGrp="1"/>
          </p:cNvSpPr>
          <p:nvPr>
            <p:ph type="subTitle" idx="6"/>
          </p:nvPr>
        </p:nvSpPr>
        <p:spPr>
          <a:xfrm>
            <a:off x="6430388" y="3498800"/>
            <a:ext cx="1986000" cy="110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44" name="Google Shape;544;p18"/>
          <p:cNvSpPr txBox="1">
            <a:spLocks noGrp="1"/>
          </p:cNvSpPr>
          <p:nvPr>
            <p:ph type="subTitle" idx="7"/>
          </p:nvPr>
        </p:nvSpPr>
        <p:spPr>
          <a:xfrm>
            <a:off x="731700" y="1060275"/>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5" name="Google Shape;545;p18"/>
          <p:cNvSpPr txBox="1">
            <a:spLocks noGrp="1"/>
          </p:cNvSpPr>
          <p:nvPr>
            <p:ph type="subTitle" idx="8"/>
          </p:nvPr>
        </p:nvSpPr>
        <p:spPr>
          <a:xfrm>
            <a:off x="3582994" y="1060284"/>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6" name="Google Shape;546;p18"/>
          <p:cNvSpPr txBox="1">
            <a:spLocks noGrp="1"/>
          </p:cNvSpPr>
          <p:nvPr>
            <p:ph type="subTitle" idx="9"/>
          </p:nvPr>
        </p:nvSpPr>
        <p:spPr>
          <a:xfrm>
            <a:off x="6434288" y="1060284"/>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7" name="Google Shape;547;p18"/>
          <p:cNvSpPr txBox="1">
            <a:spLocks noGrp="1"/>
          </p:cNvSpPr>
          <p:nvPr>
            <p:ph type="subTitle" idx="13"/>
          </p:nvPr>
        </p:nvSpPr>
        <p:spPr>
          <a:xfrm>
            <a:off x="723900" y="2845800"/>
            <a:ext cx="19860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8" name="Google Shape;548;p18"/>
          <p:cNvSpPr txBox="1">
            <a:spLocks noGrp="1"/>
          </p:cNvSpPr>
          <p:nvPr>
            <p:ph type="subTitle" idx="14"/>
          </p:nvPr>
        </p:nvSpPr>
        <p:spPr>
          <a:xfrm>
            <a:off x="3582995" y="2845800"/>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49" name="Google Shape;549;p18"/>
          <p:cNvSpPr txBox="1">
            <a:spLocks noGrp="1"/>
          </p:cNvSpPr>
          <p:nvPr>
            <p:ph type="subTitle" idx="15"/>
          </p:nvPr>
        </p:nvSpPr>
        <p:spPr>
          <a:xfrm>
            <a:off x="6434290" y="2845800"/>
            <a:ext cx="1978200" cy="65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50" name="Google Shape;550;p18"/>
          <p:cNvSpPr/>
          <p:nvPr/>
        </p:nvSpPr>
        <p:spPr>
          <a:xfrm rot="-3263452" flipH="1">
            <a:off x="7372110" y="40383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8"/>
          <p:cNvSpPr/>
          <p:nvPr/>
        </p:nvSpPr>
        <p:spPr>
          <a:xfrm rot="531647" flipH="1">
            <a:off x="-1621232" y="4095570"/>
            <a:ext cx="2581069" cy="208704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8"/>
          <p:cNvSpPr/>
          <p:nvPr/>
        </p:nvSpPr>
        <p:spPr>
          <a:xfrm rot="460658" flipH="1">
            <a:off x="7344116" y="-1448948"/>
            <a:ext cx="3053845" cy="246933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3" name="Google Shape;553;p18"/>
          <p:cNvGrpSpPr/>
          <p:nvPr/>
        </p:nvGrpSpPr>
        <p:grpSpPr>
          <a:xfrm>
            <a:off x="7931872" y="177093"/>
            <a:ext cx="997823" cy="737095"/>
            <a:chOff x="7931872" y="177093"/>
            <a:chExt cx="997823" cy="737095"/>
          </a:xfrm>
        </p:grpSpPr>
        <p:grpSp>
          <p:nvGrpSpPr>
            <p:cNvPr id="554" name="Google Shape;554;p18"/>
            <p:cNvGrpSpPr/>
            <p:nvPr/>
          </p:nvGrpSpPr>
          <p:grpSpPr>
            <a:xfrm>
              <a:off x="7931872" y="177093"/>
              <a:ext cx="919725" cy="318025"/>
              <a:chOff x="7230903" y="4635722"/>
              <a:chExt cx="652843" cy="225742"/>
            </a:xfrm>
          </p:grpSpPr>
          <p:sp>
            <p:nvSpPr>
              <p:cNvPr id="555" name="Google Shape;555;p18"/>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6" name="Google Shape;556;p18"/>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57" name="Google Shape;557;p18"/>
              <p:cNvGrpSpPr/>
              <p:nvPr/>
            </p:nvGrpSpPr>
            <p:grpSpPr>
              <a:xfrm>
                <a:off x="7487126" y="4676394"/>
                <a:ext cx="332041" cy="142684"/>
                <a:chOff x="7487126" y="4676394"/>
                <a:chExt cx="332041" cy="142684"/>
              </a:xfrm>
            </p:grpSpPr>
            <p:sp>
              <p:nvSpPr>
                <p:cNvPr id="558" name="Google Shape;558;p18"/>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9" name="Google Shape;559;p18"/>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0" name="Google Shape;560;p18"/>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1" name="Google Shape;561;p18"/>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562" name="Google Shape;562;p18"/>
            <p:cNvGrpSpPr/>
            <p:nvPr/>
          </p:nvGrpSpPr>
          <p:grpSpPr>
            <a:xfrm>
              <a:off x="7931872" y="596163"/>
              <a:ext cx="919725" cy="318025"/>
              <a:chOff x="7230903" y="4933188"/>
              <a:chExt cx="652843" cy="225742"/>
            </a:xfrm>
          </p:grpSpPr>
          <p:grpSp>
            <p:nvGrpSpPr>
              <p:cNvPr id="563" name="Google Shape;563;p18"/>
              <p:cNvGrpSpPr/>
              <p:nvPr/>
            </p:nvGrpSpPr>
            <p:grpSpPr>
              <a:xfrm>
                <a:off x="7230903" y="4933188"/>
                <a:ext cx="652843" cy="225742"/>
                <a:chOff x="7230903" y="4933188"/>
                <a:chExt cx="652843" cy="225742"/>
              </a:xfrm>
            </p:grpSpPr>
            <p:sp>
              <p:nvSpPr>
                <p:cNvPr id="564" name="Google Shape;564;p18"/>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5" name="Google Shape;565;p18"/>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66" name="Google Shape;566;p18"/>
                <p:cNvGrpSpPr/>
                <p:nvPr/>
              </p:nvGrpSpPr>
              <p:grpSpPr>
                <a:xfrm>
                  <a:off x="7487126" y="4973859"/>
                  <a:ext cx="332041" cy="142684"/>
                  <a:chOff x="7487126" y="4973859"/>
                  <a:chExt cx="332041" cy="142684"/>
                </a:xfrm>
              </p:grpSpPr>
              <p:sp>
                <p:nvSpPr>
                  <p:cNvPr id="567" name="Google Shape;567;p18"/>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18"/>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18"/>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18"/>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571" name="Google Shape;571;p18"/>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72" name="Google Shape;572;p18"/>
            <p:cNvGrpSpPr/>
            <p:nvPr/>
          </p:nvGrpSpPr>
          <p:grpSpPr>
            <a:xfrm>
              <a:off x="8756326" y="539537"/>
              <a:ext cx="173370" cy="112691"/>
              <a:chOff x="7816120" y="4892994"/>
              <a:chExt cx="123062" cy="79991"/>
            </a:xfrm>
          </p:grpSpPr>
          <p:grpSp>
            <p:nvGrpSpPr>
              <p:cNvPr id="573" name="Google Shape;573;p18"/>
              <p:cNvGrpSpPr/>
              <p:nvPr/>
            </p:nvGrpSpPr>
            <p:grpSpPr>
              <a:xfrm>
                <a:off x="7816120" y="4902803"/>
                <a:ext cx="123062" cy="63817"/>
                <a:chOff x="7816120" y="4902803"/>
                <a:chExt cx="123062" cy="63817"/>
              </a:xfrm>
            </p:grpSpPr>
            <p:sp>
              <p:nvSpPr>
                <p:cNvPr id="574" name="Google Shape;574;p18"/>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18"/>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576" name="Google Shape;576;p18"/>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77"/>
        <p:cNvGrpSpPr/>
        <p:nvPr/>
      </p:nvGrpSpPr>
      <p:grpSpPr>
        <a:xfrm>
          <a:off x="0" y="0"/>
          <a:ext cx="0" cy="0"/>
          <a:chOff x="0" y="0"/>
          <a:chExt cx="0" cy="0"/>
        </a:xfrm>
      </p:grpSpPr>
      <p:sp>
        <p:nvSpPr>
          <p:cNvPr id="578" name="Google Shape;578;p19"/>
          <p:cNvSpPr txBox="1">
            <a:spLocks noGrp="1"/>
          </p:cNvSpPr>
          <p:nvPr>
            <p:ph type="title" hasCustomPrompt="1"/>
          </p:nvPr>
        </p:nvSpPr>
        <p:spPr>
          <a:xfrm>
            <a:off x="798388" y="2997571"/>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79" name="Google Shape;579;p19"/>
          <p:cNvSpPr txBox="1">
            <a:spLocks noGrp="1"/>
          </p:cNvSpPr>
          <p:nvPr>
            <p:ph type="subTitle" idx="1"/>
          </p:nvPr>
        </p:nvSpPr>
        <p:spPr>
          <a:xfrm>
            <a:off x="798388" y="3772215"/>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580" name="Google Shape;580;p19"/>
          <p:cNvSpPr txBox="1">
            <a:spLocks noGrp="1"/>
          </p:cNvSpPr>
          <p:nvPr>
            <p:ph type="title" idx="2" hasCustomPrompt="1"/>
          </p:nvPr>
        </p:nvSpPr>
        <p:spPr>
          <a:xfrm>
            <a:off x="2825700" y="1029535"/>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81" name="Google Shape;581;p19"/>
          <p:cNvSpPr txBox="1">
            <a:spLocks noGrp="1"/>
          </p:cNvSpPr>
          <p:nvPr>
            <p:ph type="subTitle" idx="3"/>
          </p:nvPr>
        </p:nvSpPr>
        <p:spPr>
          <a:xfrm>
            <a:off x="2825700" y="1804473"/>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582" name="Google Shape;582;p19"/>
          <p:cNvSpPr txBox="1">
            <a:spLocks noGrp="1"/>
          </p:cNvSpPr>
          <p:nvPr>
            <p:ph type="title" idx="4" hasCustomPrompt="1"/>
          </p:nvPr>
        </p:nvSpPr>
        <p:spPr>
          <a:xfrm>
            <a:off x="4853013" y="2997571"/>
            <a:ext cx="34926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583" name="Google Shape;583;p19"/>
          <p:cNvSpPr txBox="1">
            <a:spLocks noGrp="1"/>
          </p:cNvSpPr>
          <p:nvPr>
            <p:ph type="subTitle" idx="5"/>
          </p:nvPr>
        </p:nvSpPr>
        <p:spPr>
          <a:xfrm>
            <a:off x="4853013" y="3772215"/>
            <a:ext cx="3492600" cy="59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a:endParaRPr/>
          </a:p>
        </p:txBody>
      </p:sp>
      <p:sp>
        <p:nvSpPr>
          <p:cNvPr id="584" name="Google Shape;584;p19"/>
          <p:cNvSpPr/>
          <p:nvPr/>
        </p:nvSpPr>
        <p:spPr>
          <a:xfrm rot="-5710536">
            <a:off x="-1869285" y="3438573"/>
            <a:ext cx="3168438" cy="230790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9"/>
          <p:cNvSpPr/>
          <p:nvPr/>
        </p:nvSpPr>
        <p:spPr>
          <a:xfrm rot="-294905">
            <a:off x="7350387" y="3903245"/>
            <a:ext cx="3168449" cy="256199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586"/>
        <p:cNvGrpSpPr/>
        <p:nvPr/>
      </p:nvGrpSpPr>
      <p:grpSpPr>
        <a:xfrm>
          <a:off x="0" y="0"/>
          <a:ext cx="0" cy="0"/>
          <a:chOff x="0" y="0"/>
          <a:chExt cx="0" cy="0"/>
        </a:xfrm>
      </p:grpSpPr>
      <p:sp>
        <p:nvSpPr>
          <p:cNvPr id="587" name="Google Shape;587;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88" name="Google Shape;588;p20"/>
          <p:cNvSpPr/>
          <p:nvPr/>
        </p:nvSpPr>
        <p:spPr>
          <a:xfrm rot="337739" flipH="1">
            <a:off x="8212271" y="3187242"/>
            <a:ext cx="3158465" cy="3518480"/>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9" name="Google Shape;589;p20"/>
          <p:cNvGrpSpPr/>
          <p:nvPr/>
        </p:nvGrpSpPr>
        <p:grpSpPr>
          <a:xfrm>
            <a:off x="90200" y="4214393"/>
            <a:ext cx="516117" cy="779220"/>
            <a:chOff x="10572463" y="3528536"/>
            <a:chExt cx="580168" cy="875823"/>
          </a:xfrm>
        </p:grpSpPr>
        <p:grpSp>
          <p:nvGrpSpPr>
            <p:cNvPr id="590" name="Google Shape;590;p20"/>
            <p:cNvGrpSpPr/>
            <p:nvPr/>
          </p:nvGrpSpPr>
          <p:grpSpPr>
            <a:xfrm>
              <a:off x="10713815" y="3528536"/>
              <a:ext cx="438816" cy="746664"/>
              <a:chOff x="10713815" y="3528536"/>
              <a:chExt cx="438816" cy="746664"/>
            </a:xfrm>
          </p:grpSpPr>
          <p:sp>
            <p:nvSpPr>
              <p:cNvPr id="591" name="Google Shape;591;p20"/>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92" name="Google Shape;592;p20"/>
              <p:cNvGrpSpPr/>
              <p:nvPr/>
            </p:nvGrpSpPr>
            <p:grpSpPr>
              <a:xfrm>
                <a:off x="10776489" y="3625310"/>
                <a:ext cx="313848" cy="288226"/>
                <a:chOff x="10776489" y="3625310"/>
                <a:chExt cx="313848" cy="288226"/>
              </a:xfrm>
            </p:grpSpPr>
            <p:sp>
              <p:nvSpPr>
                <p:cNvPr id="593" name="Google Shape;593;p20"/>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20"/>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20"/>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20"/>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20"/>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20"/>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599" name="Google Shape;599;p20"/>
              <p:cNvGrpSpPr/>
              <p:nvPr/>
            </p:nvGrpSpPr>
            <p:grpSpPr>
              <a:xfrm>
                <a:off x="10776489" y="3999547"/>
                <a:ext cx="313848" cy="181546"/>
                <a:chOff x="10776489" y="3999547"/>
                <a:chExt cx="313848" cy="181546"/>
              </a:xfrm>
            </p:grpSpPr>
            <p:sp>
              <p:nvSpPr>
                <p:cNvPr id="600" name="Google Shape;600;p20"/>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1" name="Google Shape;601;p20"/>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2" name="Google Shape;602;p20"/>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3" name="Google Shape;603;p20"/>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04" name="Google Shape;604;p20"/>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05" name="Google Shape;605;p20"/>
            <p:cNvGrpSpPr/>
            <p:nvPr/>
          </p:nvGrpSpPr>
          <p:grpSpPr>
            <a:xfrm>
              <a:off x="10572463" y="3657790"/>
              <a:ext cx="438817" cy="746569"/>
              <a:chOff x="10572463" y="3657790"/>
              <a:chExt cx="438817" cy="746569"/>
            </a:xfrm>
          </p:grpSpPr>
          <p:sp>
            <p:nvSpPr>
              <p:cNvPr id="606" name="Google Shape;606;p20"/>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07" name="Google Shape;607;p20"/>
              <p:cNvGrpSpPr/>
              <p:nvPr/>
            </p:nvGrpSpPr>
            <p:grpSpPr>
              <a:xfrm>
                <a:off x="10635138" y="3754469"/>
                <a:ext cx="313848" cy="288321"/>
                <a:chOff x="10635138" y="3754469"/>
                <a:chExt cx="313848" cy="288321"/>
              </a:xfrm>
            </p:grpSpPr>
            <p:sp>
              <p:nvSpPr>
                <p:cNvPr id="608" name="Google Shape;608;p20"/>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9" name="Google Shape;609;p20"/>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0" name="Google Shape;610;p20"/>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20"/>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2" name="Google Shape;612;p20"/>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20"/>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14" name="Google Shape;614;p20"/>
              <p:cNvGrpSpPr/>
              <p:nvPr/>
            </p:nvGrpSpPr>
            <p:grpSpPr>
              <a:xfrm>
                <a:off x="10635138" y="4128801"/>
                <a:ext cx="313848" cy="181547"/>
                <a:chOff x="10635138" y="4128801"/>
                <a:chExt cx="313848" cy="181547"/>
              </a:xfrm>
            </p:grpSpPr>
            <p:sp>
              <p:nvSpPr>
                <p:cNvPr id="615" name="Google Shape;615;p20"/>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20"/>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20"/>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20"/>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19" name="Google Shape;619;p20"/>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20" name="Google Shape;620;p20"/>
          <p:cNvSpPr/>
          <p:nvPr/>
        </p:nvSpPr>
        <p:spPr>
          <a:xfrm rot="-3657034" flipH="1">
            <a:off x="-1404232" y="-737971"/>
            <a:ext cx="2746020" cy="162787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 name="Google Shape;621;p20"/>
          <p:cNvGrpSpPr/>
          <p:nvPr/>
        </p:nvGrpSpPr>
        <p:grpSpPr>
          <a:xfrm>
            <a:off x="8114970" y="266839"/>
            <a:ext cx="829992" cy="750888"/>
            <a:chOff x="8114596" y="445039"/>
            <a:chExt cx="633002" cy="572716"/>
          </a:xfrm>
        </p:grpSpPr>
        <p:grpSp>
          <p:nvGrpSpPr>
            <p:cNvPr id="622" name="Google Shape;622;p20"/>
            <p:cNvGrpSpPr/>
            <p:nvPr/>
          </p:nvGrpSpPr>
          <p:grpSpPr>
            <a:xfrm>
              <a:off x="8114596" y="445039"/>
              <a:ext cx="633002" cy="572716"/>
              <a:chOff x="7189660" y="520827"/>
              <a:chExt cx="598074" cy="541115"/>
            </a:xfrm>
          </p:grpSpPr>
          <p:sp>
            <p:nvSpPr>
              <p:cNvPr id="623" name="Google Shape;623;p20"/>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24" name="Google Shape;624;p20"/>
              <p:cNvGrpSpPr/>
              <p:nvPr/>
            </p:nvGrpSpPr>
            <p:grpSpPr>
              <a:xfrm>
                <a:off x="7579137" y="551973"/>
                <a:ext cx="164782" cy="41529"/>
                <a:chOff x="7579137" y="551973"/>
                <a:chExt cx="164782" cy="41529"/>
              </a:xfrm>
            </p:grpSpPr>
            <p:sp>
              <p:nvSpPr>
                <p:cNvPr id="625" name="Google Shape;625;p20"/>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6" name="Google Shape;626;p20"/>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20"/>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28" name="Google Shape;628;p20"/>
            <p:cNvGrpSpPr/>
            <p:nvPr/>
          </p:nvGrpSpPr>
          <p:grpSpPr>
            <a:xfrm>
              <a:off x="8184962" y="619646"/>
              <a:ext cx="498115" cy="257273"/>
              <a:chOff x="7256144" y="685800"/>
              <a:chExt cx="470630" cy="243077"/>
            </a:xfrm>
          </p:grpSpPr>
          <p:sp>
            <p:nvSpPr>
              <p:cNvPr id="629" name="Google Shape;629;p20"/>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30" name="Google Shape;630;p20"/>
              <p:cNvGrpSpPr/>
              <p:nvPr/>
            </p:nvGrpSpPr>
            <p:grpSpPr>
              <a:xfrm>
                <a:off x="7512843" y="685800"/>
                <a:ext cx="213931" cy="243077"/>
                <a:chOff x="7512843" y="685800"/>
                <a:chExt cx="213931" cy="243077"/>
              </a:xfrm>
            </p:grpSpPr>
            <p:grpSp>
              <p:nvGrpSpPr>
                <p:cNvPr id="631" name="Google Shape;631;p20"/>
                <p:cNvGrpSpPr/>
                <p:nvPr/>
              </p:nvGrpSpPr>
              <p:grpSpPr>
                <a:xfrm>
                  <a:off x="7512843" y="836580"/>
                  <a:ext cx="213931" cy="92297"/>
                  <a:chOff x="7512843" y="836580"/>
                  <a:chExt cx="213931" cy="92297"/>
                </a:xfrm>
              </p:grpSpPr>
              <p:sp>
                <p:nvSpPr>
                  <p:cNvPr id="632" name="Google Shape;632;p20"/>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3" name="Google Shape;633;p20"/>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4" name="Google Shape;634;p20"/>
                <p:cNvGrpSpPr/>
                <p:nvPr/>
              </p:nvGrpSpPr>
              <p:grpSpPr>
                <a:xfrm>
                  <a:off x="7512843" y="761238"/>
                  <a:ext cx="213931" cy="92296"/>
                  <a:chOff x="7512843" y="761238"/>
                  <a:chExt cx="213931" cy="92296"/>
                </a:xfrm>
              </p:grpSpPr>
              <p:sp>
                <p:nvSpPr>
                  <p:cNvPr id="635" name="Google Shape;635;p20"/>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20"/>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37" name="Google Shape;637;p20"/>
                <p:cNvGrpSpPr/>
                <p:nvPr/>
              </p:nvGrpSpPr>
              <p:grpSpPr>
                <a:xfrm>
                  <a:off x="7512843" y="685800"/>
                  <a:ext cx="213931" cy="92297"/>
                  <a:chOff x="7512843" y="685800"/>
                  <a:chExt cx="213931" cy="92297"/>
                </a:xfrm>
              </p:grpSpPr>
              <p:sp>
                <p:nvSpPr>
                  <p:cNvPr id="638" name="Google Shape;638;p20"/>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9" name="Google Shape;639;p20"/>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640"/>
        <p:cNvGrpSpPr/>
        <p:nvPr/>
      </p:nvGrpSpPr>
      <p:grpSpPr>
        <a:xfrm>
          <a:off x="0" y="0"/>
          <a:ext cx="0" cy="0"/>
          <a:chOff x="0" y="0"/>
          <a:chExt cx="0" cy="0"/>
        </a:xfrm>
      </p:grpSpPr>
      <p:sp>
        <p:nvSpPr>
          <p:cNvPr id="641" name="Google Shape;641;p21"/>
          <p:cNvSpPr/>
          <p:nvPr/>
        </p:nvSpPr>
        <p:spPr>
          <a:xfrm rot="9076707" flipH="1">
            <a:off x="7972821" y="-586852"/>
            <a:ext cx="1683799" cy="167281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43" name="Google Shape;643;p21"/>
          <p:cNvGrpSpPr/>
          <p:nvPr/>
        </p:nvGrpSpPr>
        <p:grpSpPr>
          <a:xfrm flipH="1">
            <a:off x="683048" y="4696520"/>
            <a:ext cx="325927" cy="404808"/>
            <a:chOff x="7385113" y="1535430"/>
            <a:chExt cx="435673" cy="541115"/>
          </a:xfrm>
        </p:grpSpPr>
        <p:sp>
          <p:nvSpPr>
            <p:cNvPr id="644" name="Google Shape;644;p21"/>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45" name="Google Shape;645;p21"/>
            <p:cNvGrpSpPr/>
            <p:nvPr/>
          </p:nvGrpSpPr>
          <p:grpSpPr>
            <a:xfrm>
              <a:off x="7612094" y="1566576"/>
              <a:ext cx="164781" cy="41529"/>
              <a:chOff x="7612094" y="1566576"/>
              <a:chExt cx="164781" cy="41529"/>
            </a:xfrm>
          </p:grpSpPr>
          <p:sp>
            <p:nvSpPr>
              <p:cNvPr id="646" name="Google Shape;646;p21"/>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21"/>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21"/>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49" name="Google Shape;649;p21"/>
          <p:cNvGrpSpPr/>
          <p:nvPr/>
        </p:nvGrpSpPr>
        <p:grpSpPr>
          <a:xfrm flipH="1">
            <a:off x="713902" y="4774546"/>
            <a:ext cx="268636" cy="280965"/>
            <a:chOff x="7420451" y="1639728"/>
            <a:chExt cx="359091" cy="375571"/>
          </a:xfrm>
        </p:grpSpPr>
        <p:sp>
          <p:nvSpPr>
            <p:cNvPr id="650" name="Google Shape;650;p21"/>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1" name="Google Shape;651;p21"/>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2" name="Google Shape;652;p21"/>
          <p:cNvGrpSpPr/>
          <p:nvPr/>
        </p:nvGrpSpPr>
        <p:grpSpPr>
          <a:xfrm flipH="1">
            <a:off x="96200" y="4469347"/>
            <a:ext cx="355444" cy="644072"/>
            <a:chOff x="1945386" y="5582316"/>
            <a:chExt cx="470725" cy="852963"/>
          </a:xfrm>
        </p:grpSpPr>
        <p:grpSp>
          <p:nvGrpSpPr>
            <p:cNvPr id="653" name="Google Shape;653;p21"/>
            <p:cNvGrpSpPr/>
            <p:nvPr/>
          </p:nvGrpSpPr>
          <p:grpSpPr>
            <a:xfrm>
              <a:off x="1945386" y="5582316"/>
              <a:ext cx="470725" cy="852963"/>
              <a:chOff x="1945386" y="5582316"/>
              <a:chExt cx="470725" cy="852963"/>
            </a:xfrm>
          </p:grpSpPr>
          <p:sp>
            <p:nvSpPr>
              <p:cNvPr id="654" name="Google Shape;654;p21"/>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21"/>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56" name="Google Shape;656;p21"/>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7" name="Google Shape;657;p21"/>
          <p:cNvGrpSpPr/>
          <p:nvPr/>
        </p:nvGrpSpPr>
        <p:grpSpPr>
          <a:xfrm>
            <a:off x="7975988" y="116167"/>
            <a:ext cx="1061979" cy="558999"/>
            <a:chOff x="3859815" y="2867310"/>
            <a:chExt cx="1262157" cy="664368"/>
          </a:xfrm>
        </p:grpSpPr>
        <p:sp>
          <p:nvSpPr>
            <p:cNvPr id="658" name="Google Shape;658;p21"/>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59" name="Google Shape;659;p21"/>
            <p:cNvGrpSpPr/>
            <p:nvPr/>
          </p:nvGrpSpPr>
          <p:grpSpPr>
            <a:xfrm>
              <a:off x="4275677" y="3065525"/>
              <a:ext cx="334517" cy="380047"/>
              <a:chOff x="4275677" y="3065525"/>
              <a:chExt cx="334517" cy="380047"/>
            </a:xfrm>
          </p:grpSpPr>
          <p:grpSp>
            <p:nvGrpSpPr>
              <p:cNvPr id="660" name="Google Shape;660;p21"/>
              <p:cNvGrpSpPr/>
              <p:nvPr/>
            </p:nvGrpSpPr>
            <p:grpSpPr>
              <a:xfrm>
                <a:off x="4275677" y="3065525"/>
                <a:ext cx="334517" cy="380047"/>
                <a:chOff x="4275677" y="3065525"/>
                <a:chExt cx="334517" cy="380047"/>
              </a:xfrm>
            </p:grpSpPr>
            <p:grpSp>
              <p:nvGrpSpPr>
                <p:cNvPr id="661" name="Google Shape;661;p21"/>
                <p:cNvGrpSpPr/>
                <p:nvPr/>
              </p:nvGrpSpPr>
              <p:grpSpPr>
                <a:xfrm>
                  <a:off x="4275677" y="3301269"/>
                  <a:ext cx="334422" cy="144303"/>
                  <a:chOff x="4275677" y="3301269"/>
                  <a:chExt cx="334422" cy="144303"/>
                </a:xfrm>
              </p:grpSpPr>
              <p:sp>
                <p:nvSpPr>
                  <p:cNvPr id="662" name="Google Shape;662;p21"/>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3" name="Google Shape;663;p21"/>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64" name="Google Shape;664;p21"/>
                <p:cNvGrpSpPr/>
                <p:nvPr/>
              </p:nvGrpSpPr>
              <p:grpSpPr>
                <a:xfrm>
                  <a:off x="4275677" y="3183350"/>
                  <a:ext cx="334422" cy="144302"/>
                  <a:chOff x="4275677" y="3183350"/>
                  <a:chExt cx="334422" cy="144302"/>
                </a:xfrm>
              </p:grpSpPr>
              <p:sp>
                <p:nvSpPr>
                  <p:cNvPr id="665" name="Google Shape;665;p21"/>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6" name="Google Shape;666;p21"/>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67" name="Google Shape;667;p21"/>
                <p:cNvGrpSpPr/>
                <p:nvPr/>
              </p:nvGrpSpPr>
              <p:grpSpPr>
                <a:xfrm>
                  <a:off x="4275677" y="3065525"/>
                  <a:ext cx="334517" cy="144303"/>
                  <a:chOff x="4275677" y="3065525"/>
                  <a:chExt cx="334517" cy="144303"/>
                </a:xfrm>
              </p:grpSpPr>
              <p:sp>
                <p:nvSpPr>
                  <p:cNvPr id="668" name="Google Shape;668;p21"/>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9" name="Google Shape;669;p21"/>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70" name="Google Shape;670;p21"/>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21"/>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2" name="Google Shape;672;p21"/>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73" name="Google Shape;673;p21"/>
          <p:cNvGrpSpPr/>
          <p:nvPr/>
        </p:nvGrpSpPr>
        <p:grpSpPr>
          <a:xfrm rot="5400000" flipH="1">
            <a:off x="557972" y="4696603"/>
            <a:ext cx="16329" cy="218290"/>
            <a:chOff x="10809827" y="4402455"/>
            <a:chExt cx="24764" cy="330993"/>
          </a:xfrm>
        </p:grpSpPr>
        <p:sp>
          <p:nvSpPr>
            <p:cNvPr id="674" name="Google Shape;674;p21"/>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5" name="Google Shape;675;p21"/>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6" name="Google Shape;676;p21"/>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77" name="Google Shape;677;p21"/>
          <p:cNvSpPr/>
          <p:nvPr/>
        </p:nvSpPr>
        <p:spPr>
          <a:xfrm rot="-532595">
            <a:off x="7984139" y="4422751"/>
            <a:ext cx="1661199" cy="134324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1"/>
          <p:cNvSpPr/>
          <p:nvPr/>
        </p:nvSpPr>
        <p:spPr>
          <a:xfrm rot="-5145822" flipH="1">
            <a:off x="-1235221" y="72085"/>
            <a:ext cx="2404292" cy="131859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679"/>
        <p:cNvGrpSpPr/>
        <p:nvPr/>
      </p:nvGrpSpPr>
      <p:grpSpPr>
        <a:xfrm>
          <a:off x="0" y="0"/>
          <a:ext cx="0" cy="0"/>
          <a:chOff x="0" y="0"/>
          <a:chExt cx="0" cy="0"/>
        </a:xfrm>
      </p:grpSpPr>
      <p:sp>
        <p:nvSpPr>
          <p:cNvPr id="680" name="Google Shape;680;p22"/>
          <p:cNvSpPr txBox="1">
            <a:spLocks noGrp="1"/>
          </p:cNvSpPr>
          <p:nvPr>
            <p:ph type="title"/>
          </p:nvPr>
        </p:nvSpPr>
        <p:spPr>
          <a:xfrm>
            <a:off x="2347938" y="997200"/>
            <a:ext cx="4448100" cy="1058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8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81" name="Google Shape;681;p22"/>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82" name="Google Shape;682;p22"/>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lang="en" sz="1200" b="1" u="sng">
                <a:solidFill>
                  <a:schemeClr val="hlink"/>
                </a:solidFill>
                <a:latin typeface="Open Sans"/>
                <a:ea typeface="Open Sans"/>
                <a:cs typeface="Open Sans"/>
                <a:sym typeface="Open Sans"/>
                <a:hlinkClick r:id="rId2"/>
              </a:rPr>
              <a:t>Slidesgo</a:t>
            </a:r>
            <a:r>
              <a:rPr lang="en" sz="1200">
                <a:solidFill>
                  <a:schemeClr val="dk1"/>
                </a:solidFill>
                <a:latin typeface="Open Sans"/>
                <a:ea typeface="Open Sans"/>
                <a:cs typeface="Open Sans"/>
                <a:sym typeface="Open Sans"/>
              </a:rPr>
              <a:t>, and includes icons, infographics &amp; images by </a:t>
            </a:r>
            <a:r>
              <a:rPr lang="en" sz="1200" b="1" u="sng">
                <a:solidFill>
                  <a:schemeClr val="dk1"/>
                </a:solidFill>
                <a:latin typeface="Open Sans"/>
                <a:ea typeface="Open Sans"/>
                <a:cs typeface="Open Sans"/>
                <a:sym typeface="Open Sans"/>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Freepik</a:t>
            </a:r>
            <a:r>
              <a:rPr lang="en" sz="1200" u="sng">
                <a:solidFill>
                  <a:schemeClr val="dk1"/>
                </a:solidFill>
                <a:latin typeface="Open Sans"/>
                <a:ea typeface="Open Sans"/>
                <a:cs typeface="Open Sans"/>
                <a:sym typeface="Open Sans"/>
              </a:rPr>
              <a:t> </a:t>
            </a:r>
            <a:endParaRPr sz="1200" b="1" u="sng">
              <a:solidFill>
                <a:schemeClr val="dk1"/>
              </a:solidFill>
              <a:latin typeface="Open Sans"/>
              <a:ea typeface="Open Sans"/>
              <a:cs typeface="Open Sans"/>
              <a:sym typeface="Open Sans"/>
            </a:endParaRPr>
          </a:p>
        </p:txBody>
      </p:sp>
      <p:sp>
        <p:nvSpPr>
          <p:cNvPr id="683" name="Google Shape;683;p22"/>
          <p:cNvSpPr/>
          <p:nvPr/>
        </p:nvSpPr>
        <p:spPr>
          <a:xfrm rot="-2493044" flipH="1">
            <a:off x="-1086706" y="-570280"/>
            <a:ext cx="2902912" cy="234728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2"/>
          <p:cNvSpPr/>
          <p:nvPr/>
        </p:nvSpPr>
        <p:spPr>
          <a:xfrm rot="-5051288" flipH="1">
            <a:off x="7227752" y="3451481"/>
            <a:ext cx="2997828" cy="2576307"/>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2"/>
          <p:cNvSpPr/>
          <p:nvPr/>
        </p:nvSpPr>
        <p:spPr>
          <a:xfrm rot="460638" flipH="1">
            <a:off x="178423" y="3742788"/>
            <a:ext cx="1359611" cy="122255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2"/>
          <p:cNvSpPr/>
          <p:nvPr/>
        </p:nvSpPr>
        <p:spPr>
          <a:xfrm rot="460623" flipH="1">
            <a:off x="6683138" y="-2074210"/>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87"/>
        <p:cNvGrpSpPr/>
        <p:nvPr/>
      </p:nvGrpSpPr>
      <p:grpSpPr>
        <a:xfrm>
          <a:off x="0" y="0"/>
          <a:ext cx="0" cy="0"/>
          <a:chOff x="0" y="0"/>
          <a:chExt cx="0" cy="0"/>
        </a:xfrm>
      </p:grpSpPr>
      <p:sp>
        <p:nvSpPr>
          <p:cNvPr id="688" name="Google Shape;688;p23"/>
          <p:cNvSpPr/>
          <p:nvPr/>
        </p:nvSpPr>
        <p:spPr>
          <a:xfrm rot="-1900174" flipH="1">
            <a:off x="-500059" y="-436065"/>
            <a:ext cx="1729608" cy="139855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3"/>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3"/>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3"/>
          <p:cNvSpPr/>
          <p:nvPr/>
        </p:nvSpPr>
        <p:spPr>
          <a:xfrm rot="531593" flipH="1">
            <a:off x="-1222788" y="3829381"/>
            <a:ext cx="2902962" cy="234732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2" name="Google Shape;692;p23"/>
          <p:cNvGrpSpPr/>
          <p:nvPr/>
        </p:nvGrpSpPr>
        <p:grpSpPr>
          <a:xfrm>
            <a:off x="7931872" y="177093"/>
            <a:ext cx="997823" cy="737095"/>
            <a:chOff x="7931872" y="177093"/>
            <a:chExt cx="997823" cy="737095"/>
          </a:xfrm>
        </p:grpSpPr>
        <p:grpSp>
          <p:nvGrpSpPr>
            <p:cNvPr id="693" name="Google Shape;693;p23"/>
            <p:cNvGrpSpPr/>
            <p:nvPr/>
          </p:nvGrpSpPr>
          <p:grpSpPr>
            <a:xfrm>
              <a:off x="7931872" y="177093"/>
              <a:ext cx="919725" cy="318025"/>
              <a:chOff x="7230903" y="4635722"/>
              <a:chExt cx="652843" cy="225742"/>
            </a:xfrm>
          </p:grpSpPr>
          <p:sp>
            <p:nvSpPr>
              <p:cNvPr id="694" name="Google Shape;694;p23"/>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5" name="Google Shape;695;p23"/>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96" name="Google Shape;696;p23"/>
              <p:cNvGrpSpPr/>
              <p:nvPr/>
            </p:nvGrpSpPr>
            <p:grpSpPr>
              <a:xfrm>
                <a:off x="7487126" y="4676394"/>
                <a:ext cx="332041" cy="142684"/>
                <a:chOff x="7487126" y="4676394"/>
                <a:chExt cx="332041" cy="142684"/>
              </a:xfrm>
            </p:grpSpPr>
            <p:sp>
              <p:nvSpPr>
                <p:cNvPr id="697" name="Google Shape;697;p23"/>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8" name="Google Shape;698;p23"/>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9" name="Google Shape;699;p23"/>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0" name="Google Shape;700;p23"/>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01" name="Google Shape;701;p23"/>
            <p:cNvGrpSpPr/>
            <p:nvPr/>
          </p:nvGrpSpPr>
          <p:grpSpPr>
            <a:xfrm>
              <a:off x="7931872" y="596163"/>
              <a:ext cx="919725" cy="318025"/>
              <a:chOff x="7230903" y="4933188"/>
              <a:chExt cx="652843" cy="225742"/>
            </a:xfrm>
          </p:grpSpPr>
          <p:grpSp>
            <p:nvGrpSpPr>
              <p:cNvPr id="702" name="Google Shape;702;p23"/>
              <p:cNvGrpSpPr/>
              <p:nvPr/>
            </p:nvGrpSpPr>
            <p:grpSpPr>
              <a:xfrm>
                <a:off x="7230903" y="4933188"/>
                <a:ext cx="652843" cy="225742"/>
                <a:chOff x="7230903" y="4933188"/>
                <a:chExt cx="652843" cy="225742"/>
              </a:xfrm>
            </p:grpSpPr>
            <p:sp>
              <p:nvSpPr>
                <p:cNvPr id="703" name="Google Shape;703;p23"/>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4" name="Google Shape;704;p23"/>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05" name="Google Shape;705;p23"/>
                <p:cNvGrpSpPr/>
                <p:nvPr/>
              </p:nvGrpSpPr>
              <p:grpSpPr>
                <a:xfrm>
                  <a:off x="7487126" y="4973859"/>
                  <a:ext cx="332041" cy="142684"/>
                  <a:chOff x="7487126" y="4973859"/>
                  <a:chExt cx="332041" cy="142684"/>
                </a:xfrm>
              </p:grpSpPr>
              <p:sp>
                <p:nvSpPr>
                  <p:cNvPr id="706" name="Google Shape;706;p23"/>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7" name="Google Shape;707;p23"/>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8" name="Google Shape;708;p23"/>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9" name="Google Shape;709;p23"/>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710" name="Google Shape;710;p23"/>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11" name="Google Shape;711;p23"/>
            <p:cNvGrpSpPr/>
            <p:nvPr/>
          </p:nvGrpSpPr>
          <p:grpSpPr>
            <a:xfrm>
              <a:off x="8756326" y="539537"/>
              <a:ext cx="173370" cy="112691"/>
              <a:chOff x="7816120" y="4892994"/>
              <a:chExt cx="123062" cy="79991"/>
            </a:xfrm>
          </p:grpSpPr>
          <p:grpSp>
            <p:nvGrpSpPr>
              <p:cNvPr id="712" name="Google Shape;712;p23"/>
              <p:cNvGrpSpPr/>
              <p:nvPr/>
            </p:nvGrpSpPr>
            <p:grpSpPr>
              <a:xfrm>
                <a:off x="7816120" y="4902803"/>
                <a:ext cx="123062" cy="63817"/>
                <a:chOff x="7816120" y="4902803"/>
                <a:chExt cx="123062" cy="63817"/>
              </a:xfrm>
            </p:grpSpPr>
            <p:sp>
              <p:nvSpPr>
                <p:cNvPr id="713" name="Google Shape;713;p23"/>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4" name="Google Shape;714;p23"/>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15" name="Google Shape;715;p23"/>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16"/>
        <p:cNvGrpSpPr/>
        <p:nvPr/>
      </p:nvGrpSpPr>
      <p:grpSpPr>
        <a:xfrm>
          <a:off x="0" y="0"/>
          <a:ext cx="0" cy="0"/>
          <a:chOff x="0" y="0"/>
          <a:chExt cx="0" cy="0"/>
        </a:xfrm>
      </p:grpSpPr>
      <p:sp>
        <p:nvSpPr>
          <p:cNvPr id="717" name="Google Shape;717;p24"/>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9" name="Google Shape;719;p24"/>
          <p:cNvGrpSpPr/>
          <p:nvPr/>
        </p:nvGrpSpPr>
        <p:grpSpPr>
          <a:xfrm>
            <a:off x="65066" y="4373044"/>
            <a:ext cx="878158" cy="654532"/>
            <a:chOff x="1114425" y="4361211"/>
            <a:chExt cx="573023" cy="427101"/>
          </a:xfrm>
        </p:grpSpPr>
        <p:grpSp>
          <p:nvGrpSpPr>
            <p:cNvPr id="720" name="Google Shape;720;p24"/>
            <p:cNvGrpSpPr/>
            <p:nvPr/>
          </p:nvGrpSpPr>
          <p:grpSpPr>
            <a:xfrm>
              <a:off x="1114425" y="4361211"/>
              <a:ext cx="573023" cy="427101"/>
              <a:chOff x="1114425" y="4361211"/>
              <a:chExt cx="573023" cy="427101"/>
            </a:xfrm>
          </p:grpSpPr>
          <p:sp>
            <p:nvSpPr>
              <p:cNvPr id="721" name="Google Shape;721;p24"/>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2" name="Google Shape;722;p24"/>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3" name="Google Shape;723;p24"/>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24" name="Google Shape;724;p24"/>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25" name="Google Shape;725;p24"/>
          <p:cNvGrpSpPr/>
          <p:nvPr/>
        </p:nvGrpSpPr>
        <p:grpSpPr>
          <a:xfrm>
            <a:off x="8114970" y="266839"/>
            <a:ext cx="829992" cy="750888"/>
            <a:chOff x="8114596" y="445039"/>
            <a:chExt cx="633002" cy="572716"/>
          </a:xfrm>
        </p:grpSpPr>
        <p:grpSp>
          <p:nvGrpSpPr>
            <p:cNvPr id="726" name="Google Shape;726;p24"/>
            <p:cNvGrpSpPr/>
            <p:nvPr/>
          </p:nvGrpSpPr>
          <p:grpSpPr>
            <a:xfrm>
              <a:off x="8114596" y="445039"/>
              <a:ext cx="633002" cy="572716"/>
              <a:chOff x="7189660" y="520827"/>
              <a:chExt cx="598074" cy="541115"/>
            </a:xfrm>
          </p:grpSpPr>
          <p:sp>
            <p:nvSpPr>
              <p:cNvPr id="727" name="Google Shape;727;p24"/>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28" name="Google Shape;728;p24"/>
              <p:cNvGrpSpPr/>
              <p:nvPr/>
            </p:nvGrpSpPr>
            <p:grpSpPr>
              <a:xfrm>
                <a:off x="7579137" y="551973"/>
                <a:ext cx="164782" cy="41529"/>
                <a:chOff x="7579137" y="551973"/>
                <a:chExt cx="164782" cy="41529"/>
              </a:xfrm>
            </p:grpSpPr>
            <p:sp>
              <p:nvSpPr>
                <p:cNvPr id="729" name="Google Shape;729;p24"/>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0" name="Google Shape;730;p24"/>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1" name="Google Shape;731;p24"/>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732" name="Google Shape;732;p24"/>
            <p:cNvGrpSpPr/>
            <p:nvPr/>
          </p:nvGrpSpPr>
          <p:grpSpPr>
            <a:xfrm>
              <a:off x="8184962" y="619646"/>
              <a:ext cx="498115" cy="257273"/>
              <a:chOff x="7256144" y="685800"/>
              <a:chExt cx="470630" cy="243077"/>
            </a:xfrm>
          </p:grpSpPr>
          <p:sp>
            <p:nvSpPr>
              <p:cNvPr id="733" name="Google Shape;733;p24"/>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34" name="Google Shape;734;p24"/>
              <p:cNvGrpSpPr/>
              <p:nvPr/>
            </p:nvGrpSpPr>
            <p:grpSpPr>
              <a:xfrm>
                <a:off x="7512843" y="685800"/>
                <a:ext cx="213931" cy="243077"/>
                <a:chOff x="7512843" y="685800"/>
                <a:chExt cx="213931" cy="243077"/>
              </a:xfrm>
            </p:grpSpPr>
            <p:grpSp>
              <p:nvGrpSpPr>
                <p:cNvPr id="735" name="Google Shape;735;p24"/>
                <p:cNvGrpSpPr/>
                <p:nvPr/>
              </p:nvGrpSpPr>
              <p:grpSpPr>
                <a:xfrm>
                  <a:off x="7512843" y="836580"/>
                  <a:ext cx="213931" cy="92297"/>
                  <a:chOff x="7512843" y="836580"/>
                  <a:chExt cx="213931" cy="92297"/>
                </a:xfrm>
              </p:grpSpPr>
              <p:sp>
                <p:nvSpPr>
                  <p:cNvPr id="736" name="Google Shape;736;p24"/>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7" name="Google Shape;737;p24"/>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38" name="Google Shape;738;p24"/>
                <p:cNvGrpSpPr/>
                <p:nvPr/>
              </p:nvGrpSpPr>
              <p:grpSpPr>
                <a:xfrm>
                  <a:off x="7512843" y="761238"/>
                  <a:ext cx="213931" cy="92296"/>
                  <a:chOff x="7512843" y="761238"/>
                  <a:chExt cx="213931" cy="92296"/>
                </a:xfrm>
              </p:grpSpPr>
              <p:sp>
                <p:nvSpPr>
                  <p:cNvPr id="739" name="Google Shape;739;p24"/>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0" name="Google Shape;740;p24"/>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41" name="Google Shape;741;p24"/>
                <p:cNvGrpSpPr/>
                <p:nvPr/>
              </p:nvGrpSpPr>
              <p:grpSpPr>
                <a:xfrm>
                  <a:off x="7512843" y="685800"/>
                  <a:ext cx="213931" cy="92297"/>
                  <a:chOff x="7512843" y="685800"/>
                  <a:chExt cx="213931" cy="92297"/>
                </a:xfrm>
              </p:grpSpPr>
              <p:sp>
                <p:nvSpPr>
                  <p:cNvPr id="742" name="Google Shape;742;p24"/>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3" name="Google Shape;743;p24"/>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1pPr>
            <a:lvl2pPr lvl="1"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2pPr>
            <a:lvl3pPr lvl="2"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3pPr>
            <a:lvl4pPr lvl="3"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4pPr>
            <a:lvl5pPr lvl="4"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5pPr>
            <a:lvl6pPr lvl="5"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6pPr>
            <a:lvl7pPr lvl="6"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7pPr>
            <a:lvl8pPr lvl="7"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8pPr>
            <a:lvl9pPr lvl="8"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1pPr>
            <a:lvl2pPr marL="914400" lvl="1"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2pPr>
            <a:lvl3pPr marL="1371600" lvl="2"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3pPr>
            <a:lvl4pPr marL="1828800" lvl="3"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4pPr>
            <a:lvl5pPr marL="2286000" lvl="4"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5pPr>
            <a:lvl6pPr marL="2743200" lvl="5"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6pPr>
            <a:lvl7pPr marL="3200400" lvl="6"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7pPr>
            <a:lvl8pPr marL="3657600" lvl="7"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8pPr>
            <a:lvl9pPr marL="4114800" lvl="8"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2.xml"/><Relationship Id="rId1" Type="http://schemas.openxmlformats.org/officeDocument/2006/relationships/slideLayout" Target="../slideLayouts/slideLayout17.xml"/><Relationship Id="rId5" Type="http://schemas.openxmlformats.org/officeDocument/2006/relationships/image" Target="../media/image5.png"/><Relationship Id="rId4" Type="http://schemas.openxmlformats.org/officeDocument/2006/relationships/hyperlink" Target="https://docs.google.com/spreadsheets/d/1zm4f6xmFxQJjBY9nSNcEZn507wdT4umdrz3TkYWJCTw/copy?usp=sharing"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9.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hyperlink" Target="https://docs.google.com/spreadsheets/d/1zm4f6xmFxQJjBY9nSNcEZn507wdT4umdrz3TkYWJCTw/copy?usp=sharing"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hyperlink" Target="https://www.freepik.com/free-vector/creative-cms-concept-illustration-flat-design_11754597.htm/?utm_source=slidesgo_template&amp;utm_medium=referral-link&amp;utm_campaign=sg_resources&amp;utm_content=freepik"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s://www.freepik.com/free-vector/illustrated-cms-concept-flat-design_11754572.htm/?utm_source=slidesgo_template&amp;utm_medium=referral-link&amp;utm_campaign=sg_resources&amp;utm_content=freepik"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s://www.freepik.com/free-photo/people-working-together-animation-studio_21075153.htm/?utm_source=slidesgo_template&amp;utm_medium=referral-link&amp;utm_campaign=sg_resources&amp;utm_content=freepik" TargetMode="External"/><Relationship Id="rId5" Type="http://schemas.openxmlformats.org/officeDocument/2006/relationships/hyperlink" Target="https://www.freepik.com/free-photo/high-angle-man-working-laptop_40132868.htm/?utm_source=slidesgo_template&amp;utm_medium=referral-link&amp;utm_campaign=sg_resources&amp;utm_content=freepik" TargetMode="External"/><Relationship Id="rId4" Type="http://schemas.openxmlformats.org/officeDocument/2006/relationships/hyperlink" Target="https://www.freepik.com/free-vector/cms-concept-illustration-flat-design_11754592.htm/?utm_source=slidesgo_template&amp;utm_medium=referral-link&amp;utm_campaign=sg_resources&amp;utm_content=freepi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28"/>
          <p:cNvSpPr/>
          <p:nvPr/>
        </p:nvSpPr>
        <p:spPr>
          <a:xfrm rot="1053742">
            <a:off x="4909608" y="421118"/>
            <a:ext cx="4314987" cy="4418593"/>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8"/>
          <p:cNvSpPr txBox="1">
            <a:spLocks noGrp="1"/>
          </p:cNvSpPr>
          <p:nvPr>
            <p:ph type="ctrTitle"/>
          </p:nvPr>
        </p:nvSpPr>
        <p:spPr>
          <a:xfrm>
            <a:off x="713224" y="1763896"/>
            <a:ext cx="4282575" cy="175930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mtClean="0">
                <a:latin typeface="Roboto Medium" panose="020B0604020202020204" charset="0"/>
                <a:ea typeface="Roboto Medium" panose="020B0604020202020204" charset="0"/>
              </a:rPr>
              <a:t>APPLICATION</a:t>
            </a:r>
            <a:br>
              <a:rPr lang="en" smtClean="0">
                <a:latin typeface="Roboto Medium" panose="020B0604020202020204" charset="0"/>
                <a:ea typeface="Roboto Medium" panose="020B0604020202020204" charset="0"/>
              </a:rPr>
            </a:br>
            <a:r>
              <a:rPr lang="en" smtClean="0">
                <a:latin typeface="Roboto Medium" panose="020B0604020202020204" charset="0"/>
                <a:ea typeface="Roboto Medium" panose="020B0604020202020204" charset="0"/>
              </a:rPr>
              <a:t>SERVER</a:t>
            </a:r>
            <a:endParaRPr>
              <a:latin typeface="Roboto Medium" panose="020B0604020202020204" charset="0"/>
              <a:ea typeface="Roboto Medium" panose="020B0604020202020204" charset="0"/>
            </a:endParaRPr>
          </a:p>
        </p:txBody>
      </p:sp>
      <p:sp>
        <p:nvSpPr>
          <p:cNvPr id="756" name="Google Shape;756;p28"/>
          <p:cNvSpPr txBox="1">
            <a:spLocks noGrp="1"/>
          </p:cNvSpPr>
          <p:nvPr>
            <p:ph type="subTitle" idx="1"/>
          </p:nvPr>
        </p:nvSpPr>
        <p:spPr>
          <a:xfrm>
            <a:off x="713225" y="3523200"/>
            <a:ext cx="41121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mj-lt"/>
              </a:rPr>
              <a:t>d</a:t>
            </a:r>
            <a:r>
              <a:rPr lang="en-US" smtClean="0">
                <a:latin typeface="+mj-lt"/>
              </a:rPr>
              <a:t>uy.dan</a:t>
            </a:r>
            <a:endParaRPr>
              <a:latin typeface="+mj-lt"/>
            </a:endParaRPr>
          </a:p>
        </p:txBody>
      </p:sp>
      <p:grpSp>
        <p:nvGrpSpPr>
          <p:cNvPr id="757" name="Google Shape;757;p28"/>
          <p:cNvGrpSpPr/>
          <p:nvPr/>
        </p:nvGrpSpPr>
        <p:grpSpPr>
          <a:xfrm>
            <a:off x="5165167" y="656304"/>
            <a:ext cx="3841017" cy="3831227"/>
            <a:chOff x="5165167" y="656304"/>
            <a:chExt cx="3841017" cy="3831227"/>
          </a:xfrm>
        </p:grpSpPr>
        <p:grpSp>
          <p:nvGrpSpPr>
            <p:cNvPr id="758" name="Google Shape;758;p28"/>
            <p:cNvGrpSpPr/>
            <p:nvPr/>
          </p:nvGrpSpPr>
          <p:grpSpPr>
            <a:xfrm>
              <a:off x="5631673" y="1763897"/>
              <a:ext cx="2961645" cy="1992933"/>
              <a:chOff x="5311140" y="3874579"/>
              <a:chExt cx="2693384" cy="1812416"/>
            </a:xfrm>
          </p:grpSpPr>
          <p:grpSp>
            <p:nvGrpSpPr>
              <p:cNvPr id="759" name="Google Shape;759;p28"/>
              <p:cNvGrpSpPr/>
              <p:nvPr/>
            </p:nvGrpSpPr>
            <p:grpSpPr>
              <a:xfrm>
                <a:off x="6183439" y="5359431"/>
                <a:ext cx="948880" cy="327564"/>
                <a:chOff x="6183439" y="5359431"/>
                <a:chExt cx="948880" cy="327564"/>
              </a:xfrm>
            </p:grpSpPr>
            <p:sp>
              <p:nvSpPr>
                <p:cNvPr id="760" name="Google Shape;760;p28"/>
                <p:cNvSpPr/>
                <p:nvPr/>
              </p:nvSpPr>
              <p:spPr>
                <a:xfrm>
                  <a:off x="6459569" y="5359431"/>
                  <a:ext cx="396621" cy="291274"/>
                </a:xfrm>
                <a:custGeom>
                  <a:avLst/>
                  <a:gdLst/>
                  <a:ahLst/>
                  <a:cxnLst/>
                  <a:rect l="l" t="t" r="r" b="b"/>
                  <a:pathLst>
                    <a:path w="396621" h="291274" extrusionOk="0">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1" name="Google Shape;761;p28"/>
                <p:cNvSpPr/>
                <p:nvPr/>
              </p:nvSpPr>
              <p:spPr>
                <a:xfrm>
                  <a:off x="6459569" y="5359431"/>
                  <a:ext cx="140303" cy="59054"/>
                </a:xfrm>
                <a:custGeom>
                  <a:avLst/>
                  <a:gdLst/>
                  <a:ahLst/>
                  <a:cxnLst/>
                  <a:rect l="l" t="t" r="r" b="b"/>
                  <a:pathLst>
                    <a:path w="140303" h="59054" extrusionOk="0">
                      <a:moveTo>
                        <a:pt x="0" y="0"/>
                      </a:moveTo>
                      <a:lnTo>
                        <a:pt x="140304" y="0"/>
                      </a:lnTo>
                      <a:lnTo>
                        <a:pt x="140304" y="59055"/>
                      </a:lnTo>
                      <a:lnTo>
                        <a:pt x="0" y="42862"/>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2" name="Google Shape;762;p28"/>
                <p:cNvSpPr/>
                <p:nvPr/>
              </p:nvSpPr>
              <p:spPr>
                <a:xfrm>
                  <a:off x="6715982" y="5359431"/>
                  <a:ext cx="140207" cy="88391"/>
                </a:xfrm>
                <a:custGeom>
                  <a:avLst/>
                  <a:gdLst/>
                  <a:ahLst/>
                  <a:cxnLst/>
                  <a:rect l="l" t="t" r="r" b="b"/>
                  <a:pathLst>
                    <a:path w="140207" h="88391" extrusionOk="0">
                      <a:moveTo>
                        <a:pt x="140208" y="0"/>
                      </a:moveTo>
                      <a:lnTo>
                        <a:pt x="140208" y="88392"/>
                      </a:lnTo>
                      <a:lnTo>
                        <a:pt x="0" y="72295"/>
                      </a:lnTo>
                      <a:lnTo>
                        <a:pt x="0" y="0"/>
                      </a:lnTo>
                      <a:lnTo>
                        <a:pt x="140208"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3" name="Google Shape;763;p28"/>
                <p:cNvSpPr/>
                <p:nvPr/>
              </p:nvSpPr>
              <p:spPr>
                <a:xfrm>
                  <a:off x="6183439" y="5647467"/>
                  <a:ext cx="948880" cy="39528"/>
                </a:xfrm>
                <a:custGeom>
                  <a:avLst/>
                  <a:gdLst/>
                  <a:ahLst/>
                  <a:cxnLst/>
                  <a:rect l="l" t="t" r="r" b="b"/>
                  <a:pathLst>
                    <a:path w="948880" h="39528" extrusionOk="0">
                      <a:moveTo>
                        <a:pt x="0" y="0"/>
                      </a:moveTo>
                      <a:lnTo>
                        <a:pt x="948880" y="0"/>
                      </a:lnTo>
                      <a:lnTo>
                        <a:pt x="948880" y="39529"/>
                      </a:lnTo>
                      <a:lnTo>
                        <a:pt x="0" y="395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64" name="Google Shape;764;p28"/>
              <p:cNvSpPr/>
              <p:nvPr/>
            </p:nvSpPr>
            <p:spPr>
              <a:xfrm>
                <a:off x="5311140" y="3874579"/>
                <a:ext cx="2693384" cy="1517428"/>
              </a:xfrm>
              <a:custGeom>
                <a:avLst/>
                <a:gdLst/>
                <a:ahLst/>
                <a:cxnLst/>
                <a:rect l="l" t="t" r="r" b="b"/>
                <a:pathLst>
                  <a:path w="2693384" h="1517428" extrusionOk="0">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5" name="Google Shape;765;p28"/>
              <p:cNvSpPr/>
              <p:nvPr/>
            </p:nvSpPr>
            <p:spPr>
              <a:xfrm>
                <a:off x="5311140" y="4009739"/>
                <a:ext cx="2693384" cy="1223295"/>
              </a:xfrm>
              <a:custGeom>
                <a:avLst/>
                <a:gdLst/>
                <a:ahLst/>
                <a:cxnLst/>
                <a:rect l="l" t="t" r="r" b="b"/>
                <a:pathLst>
                  <a:path w="2693384" h="1223295" extrusionOk="0">
                    <a:moveTo>
                      <a:pt x="0" y="0"/>
                    </a:moveTo>
                    <a:lnTo>
                      <a:pt x="2693384" y="0"/>
                    </a:lnTo>
                    <a:lnTo>
                      <a:pt x="2693384" y="1223296"/>
                    </a:lnTo>
                    <a:lnTo>
                      <a:pt x="0" y="1223296"/>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6" name="Google Shape;766;p28"/>
              <p:cNvSpPr/>
              <p:nvPr/>
            </p:nvSpPr>
            <p:spPr>
              <a:xfrm>
                <a:off x="6619875" y="5273611"/>
                <a:ext cx="76009" cy="76009"/>
              </a:xfrm>
              <a:custGeom>
                <a:avLst/>
                <a:gdLst/>
                <a:ahLst/>
                <a:cxnLst/>
                <a:rect l="l" t="t" r="r" b="b"/>
                <a:pathLst>
                  <a:path w="76009" h="76009" extrusionOk="0">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67" name="Google Shape;767;p28"/>
            <p:cNvGrpSpPr/>
            <p:nvPr/>
          </p:nvGrpSpPr>
          <p:grpSpPr>
            <a:xfrm>
              <a:off x="6285440" y="656304"/>
              <a:ext cx="1654423" cy="835905"/>
              <a:chOff x="5905690" y="2867310"/>
              <a:chExt cx="1504568" cy="760190"/>
            </a:xfrm>
          </p:grpSpPr>
          <p:sp>
            <p:nvSpPr>
              <p:cNvPr id="768" name="Google Shape;768;p28"/>
              <p:cNvSpPr/>
              <p:nvPr/>
            </p:nvSpPr>
            <p:spPr>
              <a:xfrm>
                <a:off x="5905690" y="2867310"/>
                <a:ext cx="1504568" cy="760190"/>
              </a:xfrm>
              <a:custGeom>
                <a:avLst/>
                <a:gdLst/>
                <a:ahLst/>
                <a:cxnLst/>
                <a:rect l="l" t="t" r="r" b="b"/>
                <a:pathLst>
                  <a:path w="1504568" h="760190" extrusionOk="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9" name="Google Shape;769;p28"/>
              <p:cNvSpPr/>
              <p:nvPr/>
            </p:nvSpPr>
            <p:spPr>
              <a:xfrm>
                <a:off x="5905690" y="2918364"/>
                <a:ext cx="922591" cy="709136"/>
              </a:xfrm>
              <a:custGeom>
                <a:avLst/>
                <a:gdLst/>
                <a:ahLst/>
                <a:cxnLst/>
                <a:rect l="l" t="t" r="r" b="b"/>
                <a:pathLst>
                  <a:path w="922591" h="709136" extrusionOk="0">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0" name="Google Shape;770;p28"/>
            <p:cNvGrpSpPr/>
            <p:nvPr/>
          </p:nvGrpSpPr>
          <p:grpSpPr>
            <a:xfrm>
              <a:off x="8276803" y="1327941"/>
              <a:ext cx="387944" cy="273258"/>
              <a:chOff x="7716678" y="3270218"/>
              <a:chExt cx="352805" cy="248507"/>
            </a:xfrm>
          </p:grpSpPr>
          <p:sp>
            <p:nvSpPr>
              <p:cNvPr id="771" name="Google Shape;771;p28"/>
              <p:cNvSpPr/>
              <p:nvPr/>
            </p:nvSpPr>
            <p:spPr>
              <a:xfrm>
                <a:off x="7716678" y="3270218"/>
                <a:ext cx="352805" cy="248507"/>
              </a:xfrm>
              <a:custGeom>
                <a:avLst/>
                <a:gdLst/>
                <a:ahLst/>
                <a:cxnLst/>
                <a:rect l="l" t="t" r="r" b="b"/>
                <a:pathLst>
                  <a:path w="352805" h="248507" extrusionOk="0">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2" name="Google Shape;772;p28"/>
              <p:cNvSpPr/>
              <p:nvPr/>
            </p:nvSpPr>
            <p:spPr>
              <a:xfrm>
                <a:off x="7783353" y="3331749"/>
                <a:ext cx="219455" cy="59054"/>
              </a:xfrm>
              <a:custGeom>
                <a:avLst/>
                <a:gdLst/>
                <a:ahLst/>
                <a:cxnLst/>
                <a:rect l="l" t="t" r="r" b="b"/>
                <a:pathLst>
                  <a:path w="219455" h="59054" extrusionOk="0">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773" name="Google Shape;773;p28"/>
            <p:cNvSpPr/>
            <p:nvPr/>
          </p:nvSpPr>
          <p:spPr>
            <a:xfrm>
              <a:off x="7148815" y="1542896"/>
              <a:ext cx="10501" cy="432759"/>
            </a:xfrm>
            <a:custGeom>
              <a:avLst/>
              <a:gdLst/>
              <a:ahLst/>
              <a:cxnLst/>
              <a:rect l="l" t="t" r="r" b="b"/>
              <a:pathLst>
                <a:path w="9525" h="392525" extrusionOk="0">
                  <a:moveTo>
                    <a:pt x="0" y="0"/>
                  </a:moveTo>
                  <a:lnTo>
                    <a:pt x="0" y="392525"/>
                  </a:lnTo>
                </a:path>
              </a:pathLst>
            </a:custGeom>
            <a:noFill/>
            <a:ln w="29900" cap="rnd"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74" name="Google Shape;774;p28"/>
            <p:cNvGrpSpPr/>
            <p:nvPr/>
          </p:nvGrpSpPr>
          <p:grpSpPr>
            <a:xfrm>
              <a:off x="5483130" y="2415465"/>
              <a:ext cx="27232" cy="532378"/>
              <a:chOff x="3534917" y="4467129"/>
              <a:chExt cx="24765" cy="484156"/>
            </a:xfrm>
          </p:grpSpPr>
          <p:sp>
            <p:nvSpPr>
              <p:cNvPr id="775" name="Google Shape;775;p28"/>
              <p:cNvSpPr/>
              <p:nvPr/>
            </p:nvSpPr>
            <p:spPr>
              <a:xfrm>
                <a:off x="3547300" y="4478845"/>
                <a:ext cx="9525" cy="460724"/>
              </a:xfrm>
              <a:custGeom>
                <a:avLst/>
                <a:gdLst/>
                <a:ahLst/>
                <a:cxnLst/>
                <a:rect l="l" t="t" r="r" b="b"/>
                <a:pathLst>
                  <a:path w="9525" h="460724" extrusionOk="0">
                    <a:moveTo>
                      <a:pt x="0" y="460724"/>
                    </a:moveTo>
                    <a:lnTo>
                      <a:pt x="0" y="0"/>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6" name="Google Shape;776;p28"/>
              <p:cNvSpPr/>
              <p:nvPr/>
            </p:nvSpPr>
            <p:spPr>
              <a:xfrm>
                <a:off x="3534917" y="4926520"/>
                <a:ext cx="24765" cy="24765"/>
              </a:xfrm>
              <a:custGeom>
                <a:avLst/>
                <a:gdLst/>
                <a:ahLst/>
                <a:cxnLst/>
                <a:rect l="l" t="t" r="r" b="b"/>
                <a:pathLst>
                  <a:path w="24765" h="24765" extrusionOk="0">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7" name="Google Shape;777;p28"/>
              <p:cNvSpPr/>
              <p:nvPr/>
            </p:nvSpPr>
            <p:spPr>
              <a:xfrm>
                <a:off x="3534917" y="4467129"/>
                <a:ext cx="24765" cy="24765"/>
              </a:xfrm>
              <a:custGeom>
                <a:avLst/>
                <a:gdLst/>
                <a:ahLst/>
                <a:cxnLst/>
                <a:rect l="l" t="t" r="r" b="b"/>
                <a:pathLst>
                  <a:path w="24765" h="24765" extrusionOk="0">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78" name="Google Shape;778;p28"/>
            <p:cNvGrpSpPr/>
            <p:nvPr/>
          </p:nvGrpSpPr>
          <p:grpSpPr>
            <a:xfrm>
              <a:off x="5643247" y="2277185"/>
              <a:ext cx="749418" cy="303868"/>
              <a:chOff x="3680531" y="4341375"/>
              <a:chExt cx="681537" cy="276344"/>
            </a:xfrm>
          </p:grpSpPr>
          <p:sp>
            <p:nvSpPr>
              <p:cNvPr id="779" name="Google Shape;779;p28"/>
              <p:cNvSpPr/>
              <p:nvPr/>
            </p:nvSpPr>
            <p:spPr>
              <a:xfrm>
                <a:off x="3692461" y="4353401"/>
                <a:ext cx="657796" cy="251936"/>
              </a:xfrm>
              <a:custGeom>
                <a:avLst/>
                <a:gdLst/>
                <a:ahLst/>
                <a:cxnLst/>
                <a:rect l="l" t="t" r="r" b="b"/>
                <a:pathLst>
                  <a:path w="657796" h="251936" extrusionOk="0">
                    <a:moveTo>
                      <a:pt x="0" y="0"/>
                    </a:moveTo>
                    <a:lnTo>
                      <a:pt x="217075" y="217075"/>
                    </a:lnTo>
                    <a:cubicBezTo>
                      <a:pt x="239363" y="239363"/>
                      <a:pt x="269653" y="251936"/>
                      <a:pt x="301180" y="251936"/>
                    </a:cubicBezTo>
                    <a:lnTo>
                      <a:pt x="657797" y="251936"/>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0" name="Google Shape;780;p28"/>
              <p:cNvSpPr/>
              <p:nvPr/>
            </p:nvSpPr>
            <p:spPr>
              <a:xfrm>
                <a:off x="3680531" y="4341375"/>
                <a:ext cx="24812" cy="24812"/>
              </a:xfrm>
              <a:custGeom>
                <a:avLst/>
                <a:gdLst/>
                <a:ahLst/>
                <a:cxnLst/>
                <a:rect l="l" t="t" r="r" b="b"/>
                <a:pathLst>
                  <a:path w="24812" h="24812" extrusionOk="0">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1" name="Google Shape;781;p28"/>
              <p:cNvSpPr/>
              <p:nvPr/>
            </p:nvSpPr>
            <p:spPr>
              <a:xfrm>
                <a:off x="4337303" y="4592955"/>
                <a:ext cx="24765" cy="24764"/>
              </a:xfrm>
              <a:custGeom>
                <a:avLst/>
                <a:gdLst/>
                <a:ahLst/>
                <a:cxnLst/>
                <a:rect l="l" t="t" r="r" b="b"/>
                <a:pathLst>
                  <a:path w="24765" h="24764" extrusionOk="0">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2" name="Google Shape;782;p28"/>
            <p:cNvGrpSpPr/>
            <p:nvPr/>
          </p:nvGrpSpPr>
          <p:grpSpPr>
            <a:xfrm>
              <a:off x="8163164" y="4027994"/>
              <a:ext cx="202142" cy="355685"/>
              <a:chOff x="7613332" y="5933598"/>
              <a:chExt cx="183832" cy="323468"/>
            </a:xfrm>
          </p:grpSpPr>
          <p:sp>
            <p:nvSpPr>
              <p:cNvPr id="783" name="Google Shape;783;p28"/>
              <p:cNvSpPr/>
              <p:nvPr/>
            </p:nvSpPr>
            <p:spPr>
              <a:xfrm>
                <a:off x="7613332" y="5933598"/>
                <a:ext cx="183832" cy="323468"/>
              </a:xfrm>
              <a:custGeom>
                <a:avLst/>
                <a:gdLst/>
                <a:ahLst/>
                <a:cxnLst/>
                <a:rect l="l" t="t" r="r" b="b"/>
                <a:pathLst>
                  <a:path w="183832" h="323468" extrusionOk="0">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4" name="Google Shape;784;p28"/>
              <p:cNvSpPr/>
              <p:nvPr/>
            </p:nvSpPr>
            <p:spPr>
              <a:xfrm>
                <a:off x="7699533" y="5961602"/>
                <a:ext cx="11430" cy="54101"/>
              </a:xfrm>
              <a:custGeom>
                <a:avLst/>
                <a:gdLst/>
                <a:ahLst/>
                <a:cxnLst/>
                <a:rect l="l" t="t" r="r" b="b"/>
                <a:pathLst>
                  <a:path w="11430" h="54101" extrusionOk="0">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85" name="Google Shape;785;p28"/>
            <p:cNvGrpSpPr/>
            <p:nvPr/>
          </p:nvGrpSpPr>
          <p:grpSpPr>
            <a:xfrm>
              <a:off x="6427831" y="3923439"/>
              <a:ext cx="1533857" cy="564092"/>
              <a:chOff x="6546554" y="3679108"/>
              <a:chExt cx="1256642" cy="462143"/>
            </a:xfrm>
          </p:grpSpPr>
          <p:sp>
            <p:nvSpPr>
              <p:cNvPr id="786" name="Google Shape;786;p28"/>
              <p:cNvSpPr/>
              <p:nvPr/>
            </p:nvSpPr>
            <p:spPr>
              <a:xfrm>
                <a:off x="6546554" y="3679108"/>
                <a:ext cx="1256642" cy="462143"/>
              </a:xfrm>
              <a:custGeom>
                <a:avLst/>
                <a:gdLst/>
                <a:ahLst/>
                <a:cxnLst/>
                <a:rect l="l" t="t" r="r" b="b"/>
                <a:pathLst>
                  <a:path w="1396269" h="513492" extrusionOk="0">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7" name="Google Shape;787;p28"/>
              <p:cNvSpPr/>
              <p:nvPr/>
            </p:nvSpPr>
            <p:spPr>
              <a:xfrm>
                <a:off x="6661108" y="3712144"/>
                <a:ext cx="69522" cy="69522"/>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788" name="Google Shape;788;p28"/>
              <p:cNvGrpSpPr/>
              <p:nvPr/>
            </p:nvGrpSpPr>
            <p:grpSpPr>
              <a:xfrm>
                <a:off x="6805960" y="3712311"/>
                <a:ext cx="391811" cy="69592"/>
                <a:chOff x="6322885" y="5875210"/>
                <a:chExt cx="434911" cy="77247"/>
              </a:xfrm>
            </p:grpSpPr>
            <p:sp>
              <p:nvSpPr>
                <p:cNvPr id="789" name="Google Shape;789;p28"/>
                <p:cNvSpPr/>
                <p:nvPr/>
              </p:nvSpPr>
              <p:spPr>
                <a:xfrm>
                  <a:off x="632288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0" name="Google Shape;790;p28"/>
                <p:cNvSpPr/>
                <p:nvPr/>
              </p:nvSpPr>
              <p:spPr>
                <a:xfrm>
                  <a:off x="6412325"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1" name="Google Shape;791;p28"/>
                <p:cNvSpPr/>
                <p:nvPr/>
              </p:nvSpPr>
              <p:spPr>
                <a:xfrm>
                  <a:off x="6501765"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2" name="Google Shape;792;p28"/>
                <p:cNvSpPr/>
                <p:nvPr/>
              </p:nvSpPr>
              <p:spPr>
                <a:xfrm>
                  <a:off x="6591109"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3" name="Google Shape;793;p28"/>
                <p:cNvSpPr/>
                <p:nvPr/>
              </p:nvSpPr>
              <p:spPr>
                <a:xfrm>
                  <a:off x="6680549"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794" name="Google Shape;794;p28"/>
              <p:cNvGrpSpPr/>
              <p:nvPr/>
            </p:nvGrpSpPr>
            <p:grpSpPr>
              <a:xfrm>
                <a:off x="7285642" y="3712311"/>
                <a:ext cx="391897" cy="69592"/>
                <a:chOff x="6855333" y="5875210"/>
                <a:chExt cx="435006" cy="77247"/>
              </a:xfrm>
            </p:grpSpPr>
            <p:sp>
              <p:nvSpPr>
                <p:cNvPr id="795" name="Google Shape;795;p28"/>
                <p:cNvSpPr/>
                <p:nvPr/>
              </p:nvSpPr>
              <p:spPr>
                <a:xfrm>
                  <a:off x="6855333"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6" name="Google Shape;796;p28"/>
                <p:cNvSpPr/>
                <p:nvPr/>
              </p:nvSpPr>
              <p:spPr>
                <a:xfrm>
                  <a:off x="6944772" y="5875210"/>
                  <a:ext cx="77247" cy="77247"/>
                </a:xfrm>
                <a:custGeom>
                  <a:avLst/>
                  <a:gdLst/>
                  <a:ahLst/>
                  <a:cxnLst/>
                  <a:rect l="l" t="t" r="r" b="b"/>
                  <a:pathLst>
                    <a:path w="77247" h="77247" extrusionOk="0">
                      <a:moveTo>
                        <a:pt x="0" y="0"/>
                      </a:moveTo>
                      <a:lnTo>
                        <a:pt x="77247" y="0"/>
                      </a:lnTo>
                      <a:lnTo>
                        <a:pt x="77247"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7" name="Google Shape;797;p28"/>
                <p:cNvSpPr/>
                <p:nvPr/>
              </p:nvSpPr>
              <p:spPr>
                <a:xfrm>
                  <a:off x="703421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8" name="Google Shape;798;p28"/>
                <p:cNvSpPr/>
                <p:nvPr/>
              </p:nvSpPr>
              <p:spPr>
                <a:xfrm>
                  <a:off x="712365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9" name="Google Shape;799;p28"/>
                <p:cNvSpPr/>
                <p:nvPr/>
              </p:nvSpPr>
              <p:spPr>
                <a:xfrm>
                  <a:off x="7213092" y="5875210"/>
                  <a:ext cx="77247" cy="77247"/>
                </a:xfrm>
                <a:custGeom>
                  <a:avLst/>
                  <a:gdLst/>
                  <a:ahLst/>
                  <a:cxnLst/>
                  <a:rect l="l" t="t" r="r" b="b"/>
                  <a:pathLst>
                    <a:path w="77247" h="77247" extrusionOk="0">
                      <a:moveTo>
                        <a:pt x="0" y="0"/>
                      </a:moveTo>
                      <a:lnTo>
                        <a:pt x="77248" y="0"/>
                      </a:lnTo>
                      <a:lnTo>
                        <a:pt x="77248" y="77248"/>
                      </a:lnTo>
                      <a:lnTo>
                        <a:pt x="0" y="772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00" name="Google Shape;800;p28"/>
              <p:cNvGrpSpPr/>
              <p:nvPr/>
            </p:nvGrpSpPr>
            <p:grpSpPr>
              <a:xfrm>
                <a:off x="6577103" y="3819746"/>
                <a:ext cx="1198690" cy="70794"/>
                <a:chOff x="6068853" y="5994463"/>
                <a:chExt cx="1330547" cy="78581"/>
              </a:xfrm>
            </p:grpSpPr>
            <p:sp>
              <p:nvSpPr>
                <p:cNvPr id="801" name="Google Shape;801;p28"/>
                <p:cNvSpPr/>
                <p:nvPr/>
              </p:nvSpPr>
              <p:spPr>
                <a:xfrm>
                  <a:off x="6068853"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2" name="Google Shape;802;p28"/>
                <p:cNvSpPr/>
                <p:nvPr/>
              </p:nvSpPr>
              <p:spPr>
                <a:xfrm>
                  <a:off x="617315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3" name="Google Shape;803;p28"/>
                <p:cNvSpPr/>
                <p:nvPr/>
              </p:nvSpPr>
              <p:spPr>
                <a:xfrm>
                  <a:off x="6277451"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4" name="Google Shape;804;p28"/>
                <p:cNvSpPr/>
                <p:nvPr/>
              </p:nvSpPr>
              <p:spPr>
                <a:xfrm>
                  <a:off x="638184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5" name="Google Shape;805;p28"/>
                <p:cNvSpPr/>
                <p:nvPr/>
              </p:nvSpPr>
              <p:spPr>
                <a:xfrm>
                  <a:off x="648614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6" name="Google Shape;806;p28"/>
                <p:cNvSpPr/>
                <p:nvPr/>
              </p:nvSpPr>
              <p:spPr>
                <a:xfrm>
                  <a:off x="6590442"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7" name="Google Shape;807;p28"/>
                <p:cNvSpPr/>
                <p:nvPr/>
              </p:nvSpPr>
              <p:spPr>
                <a:xfrm>
                  <a:off x="669483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8" name="Google Shape;808;p28"/>
                <p:cNvSpPr/>
                <p:nvPr/>
              </p:nvSpPr>
              <p:spPr>
                <a:xfrm>
                  <a:off x="679913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9" name="Google Shape;809;p28"/>
                <p:cNvSpPr/>
                <p:nvPr/>
              </p:nvSpPr>
              <p:spPr>
                <a:xfrm>
                  <a:off x="6903434"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0" name="Google Shape;810;p28"/>
                <p:cNvSpPr/>
                <p:nvPr/>
              </p:nvSpPr>
              <p:spPr>
                <a:xfrm>
                  <a:off x="7007828"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1" name="Google Shape;811;p28"/>
                <p:cNvSpPr/>
                <p:nvPr/>
              </p:nvSpPr>
              <p:spPr>
                <a:xfrm>
                  <a:off x="7112126"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2" name="Google Shape;812;p28"/>
                <p:cNvSpPr/>
                <p:nvPr/>
              </p:nvSpPr>
              <p:spPr>
                <a:xfrm>
                  <a:off x="7216425" y="5994463"/>
                  <a:ext cx="78581" cy="78581"/>
                </a:xfrm>
                <a:custGeom>
                  <a:avLst/>
                  <a:gdLst/>
                  <a:ahLst/>
                  <a:cxnLst/>
                  <a:rect l="l" t="t" r="r" b="b"/>
                  <a:pathLst>
                    <a:path w="78581" h="78581" extrusionOk="0">
                      <a:moveTo>
                        <a:pt x="0" y="0"/>
                      </a:moveTo>
                      <a:lnTo>
                        <a:pt x="78581" y="0"/>
                      </a:lnTo>
                      <a:lnTo>
                        <a:pt x="78581"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3" name="Google Shape;813;p28"/>
                <p:cNvSpPr/>
                <p:nvPr/>
              </p:nvSpPr>
              <p:spPr>
                <a:xfrm>
                  <a:off x="7320819" y="5994463"/>
                  <a:ext cx="78581" cy="78581"/>
                </a:xfrm>
                <a:custGeom>
                  <a:avLst/>
                  <a:gdLst/>
                  <a:ahLst/>
                  <a:cxnLst/>
                  <a:rect l="l" t="t" r="r" b="b"/>
                  <a:pathLst>
                    <a:path w="78581" h="78581" extrusionOk="0">
                      <a:moveTo>
                        <a:pt x="0" y="0"/>
                      </a:moveTo>
                      <a:lnTo>
                        <a:pt x="78582" y="0"/>
                      </a:lnTo>
                      <a:lnTo>
                        <a:pt x="78582" y="78582"/>
                      </a:lnTo>
                      <a:lnTo>
                        <a:pt x="0" y="78582"/>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14" name="Google Shape;814;p28"/>
              <p:cNvGrpSpPr/>
              <p:nvPr/>
            </p:nvGrpSpPr>
            <p:grpSpPr>
              <a:xfrm>
                <a:off x="6577103" y="3995572"/>
                <a:ext cx="1198690" cy="70794"/>
                <a:chOff x="6068853" y="6189630"/>
                <a:chExt cx="1330547" cy="78581"/>
              </a:xfrm>
            </p:grpSpPr>
            <p:sp>
              <p:nvSpPr>
                <p:cNvPr id="815" name="Google Shape;815;p28"/>
                <p:cNvSpPr/>
                <p:nvPr/>
              </p:nvSpPr>
              <p:spPr>
                <a:xfrm>
                  <a:off x="6068853"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6" name="Google Shape;816;p28"/>
                <p:cNvSpPr/>
                <p:nvPr/>
              </p:nvSpPr>
              <p:spPr>
                <a:xfrm>
                  <a:off x="6173152"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7" name="Google Shape;817;p28"/>
                <p:cNvSpPr/>
                <p:nvPr/>
              </p:nvSpPr>
              <p:spPr>
                <a:xfrm>
                  <a:off x="6277451" y="6189630"/>
                  <a:ext cx="497300" cy="78581"/>
                </a:xfrm>
                <a:custGeom>
                  <a:avLst/>
                  <a:gdLst/>
                  <a:ahLst/>
                  <a:cxnLst/>
                  <a:rect l="l" t="t" r="r" b="b"/>
                  <a:pathLst>
                    <a:path w="497300" h="78581" extrusionOk="0">
                      <a:moveTo>
                        <a:pt x="0" y="0"/>
                      </a:moveTo>
                      <a:lnTo>
                        <a:pt x="497300" y="0"/>
                      </a:lnTo>
                      <a:lnTo>
                        <a:pt x="497300"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8" name="Google Shape;818;p28"/>
                <p:cNvSpPr/>
                <p:nvPr/>
              </p:nvSpPr>
              <p:spPr>
                <a:xfrm>
                  <a:off x="679913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9" name="Google Shape;819;p28"/>
                <p:cNvSpPr/>
                <p:nvPr/>
              </p:nvSpPr>
              <p:spPr>
                <a:xfrm>
                  <a:off x="6903434"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0" name="Google Shape;820;p28"/>
                <p:cNvSpPr/>
                <p:nvPr/>
              </p:nvSpPr>
              <p:spPr>
                <a:xfrm>
                  <a:off x="7007828"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1" name="Google Shape;821;p28"/>
                <p:cNvSpPr/>
                <p:nvPr/>
              </p:nvSpPr>
              <p:spPr>
                <a:xfrm>
                  <a:off x="7112126"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2" name="Google Shape;822;p28"/>
                <p:cNvSpPr/>
                <p:nvPr/>
              </p:nvSpPr>
              <p:spPr>
                <a:xfrm>
                  <a:off x="7216425" y="6189630"/>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3" name="Google Shape;823;p28"/>
                <p:cNvSpPr/>
                <p:nvPr/>
              </p:nvSpPr>
              <p:spPr>
                <a:xfrm>
                  <a:off x="7320819" y="6189630"/>
                  <a:ext cx="78581" cy="78581"/>
                </a:xfrm>
                <a:custGeom>
                  <a:avLst/>
                  <a:gdLst/>
                  <a:ahLst/>
                  <a:cxnLst/>
                  <a:rect l="l" t="t" r="r" b="b"/>
                  <a:pathLst>
                    <a:path w="78581" h="78581" extrusionOk="0">
                      <a:moveTo>
                        <a:pt x="0" y="0"/>
                      </a:moveTo>
                      <a:lnTo>
                        <a:pt x="78582" y="0"/>
                      </a:lnTo>
                      <a:lnTo>
                        <a:pt x="78582"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24" name="Google Shape;824;p28"/>
              <p:cNvGrpSpPr/>
              <p:nvPr/>
            </p:nvGrpSpPr>
            <p:grpSpPr>
              <a:xfrm>
                <a:off x="6622239" y="3908904"/>
                <a:ext cx="1104727" cy="70794"/>
                <a:chOff x="6118955" y="6093428"/>
                <a:chExt cx="1226248" cy="78581"/>
              </a:xfrm>
            </p:grpSpPr>
            <p:sp>
              <p:nvSpPr>
                <p:cNvPr id="825" name="Google Shape;825;p28"/>
                <p:cNvSpPr/>
                <p:nvPr/>
              </p:nvSpPr>
              <p:spPr>
                <a:xfrm>
                  <a:off x="611895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6" name="Google Shape;826;p28"/>
                <p:cNvSpPr/>
                <p:nvPr/>
              </p:nvSpPr>
              <p:spPr>
                <a:xfrm>
                  <a:off x="6223254"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7" name="Google Shape;827;p28"/>
                <p:cNvSpPr/>
                <p:nvPr/>
              </p:nvSpPr>
              <p:spPr>
                <a:xfrm>
                  <a:off x="632764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8" name="Google Shape;828;p28"/>
                <p:cNvSpPr/>
                <p:nvPr/>
              </p:nvSpPr>
              <p:spPr>
                <a:xfrm>
                  <a:off x="6431946"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9" name="Google Shape;829;p28"/>
                <p:cNvSpPr/>
                <p:nvPr/>
              </p:nvSpPr>
              <p:spPr>
                <a:xfrm>
                  <a:off x="6536245"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0" name="Google Shape;830;p28"/>
                <p:cNvSpPr/>
                <p:nvPr/>
              </p:nvSpPr>
              <p:spPr>
                <a:xfrm>
                  <a:off x="664063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1" name="Google Shape;831;p28"/>
                <p:cNvSpPr/>
                <p:nvPr/>
              </p:nvSpPr>
              <p:spPr>
                <a:xfrm>
                  <a:off x="674493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2" name="Google Shape;832;p28"/>
                <p:cNvSpPr/>
                <p:nvPr/>
              </p:nvSpPr>
              <p:spPr>
                <a:xfrm>
                  <a:off x="6849237"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3" name="Google Shape;833;p28"/>
                <p:cNvSpPr/>
                <p:nvPr/>
              </p:nvSpPr>
              <p:spPr>
                <a:xfrm>
                  <a:off x="6953631"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4" name="Google Shape;834;p28"/>
                <p:cNvSpPr/>
                <p:nvPr/>
              </p:nvSpPr>
              <p:spPr>
                <a:xfrm>
                  <a:off x="7057929"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5" name="Google Shape;835;p28"/>
                <p:cNvSpPr/>
                <p:nvPr/>
              </p:nvSpPr>
              <p:spPr>
                <a:xfrm>
                  <a:off x="7162228"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6" name="Google Shape;836;p28"/>
                <p:cNvSpPr/>
                <p:nvPr/>
              </p:nvSpPr>
              <p:spPr>
                <a:xfrm>
                  <a:off x="7266622" y="6093428"/>
                  <a:ext cx="78581" cy="78581"/>
                </a:xfrm>
                <a:custGeom>
                  <a:avLst/>
                  <a:gdLst/>
                  <a:ahLst/>
                  <a:cxnLst/>
                  <a:rect l="l" t="t" r="r" b="b"/>
                  <a:pathLst>
                    <a:path w="78581" h="78581" extrusionOk="0">
                      <a:moveTo>
                        <a:pt x="0" y="0"/>
                      </a:moveTo>
                      <a:lnTo>
                        <a:pt x="78581" y="0"/>
                      </a:lnTo>
                      <a:lnTo>
                        <a:pt x="78581" y="78581"/>
                      </a:lnTo>
                      <a:lnTo>
                        <a:pt x="0" y="7858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37" name="Google Shape;837;p28"/>
              <p:cNvSpPr/>
              <p:nvPr/>
            </p:nvSpPr>
            <p:spPr>
              <a:xfrm>
                <a:off x="7740658" y="3711543"/>
                <a:ext cx="33604" cy="33604"/>
              </a:xfrm>
              <a:custGeom>
                <a:avLst/>
                <a:gdLst/>
                <a:ahLst/>
                <a:cxnLst/>
                <a:rect l="l" t="t" r="r" b="b"/>
                <a:pathLst>
                  <a:path w="37338" h="37338" extrusionOk="0">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38" name="Google Shape;838;p28"/>
            <p:cNvGrpSpPr/>
            <p:nvPr/>
          </p:nvGrpSpPr>
          <p:grpSpPr>
            <a:xfrm>
              <a:off x="6367914" y="2012818"/>
              <a:ext cx="1448168" cy="1250722"/>
              <a:chOff x="6497466" y="2113795"/>
              <a:chExt cx="1186439" cy="1024678"/>
            </a:xfrm>
          </p:grpSpPr>
          <p:sp>
            <p:nvSpPr>
              <p:cNvPr id="839" name="Google Shape;839;p28"/>
              <p:cNvSpPr/>
              <p:nvPr/>
            </p:nvSpPr>
            <p:spPr>
              <a:xfrm>
                <a:off x="6497466" y="2113795"/>
                <a:ext cx="1186433" cy="1024678"/>
              </a:xfrm>
              <a:custGeom>
                <a:avLst/>
                <a:gdLst/>
                <a:ahLst/>
                <a:cxnLst/>
                <a:rect l="l" t="t" r="r" b="b"/>
                <a:pathLst>
                  <a:path w="1318259" h="1915286" extrusionOk="0">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0" name="Google Shape;840;p28"/>
              <p:cNvSpPr/>
              <p:nvPr/>
            </p:nvSpPr>
            <p:spPr>
              <a:xfrm>
                <a:off x="6497472" y="2113798"/>
                <a:ext cx="1186433" cy="84696"/>
              </a:xfrm>
              <a:custGeom>
                <a:avLst/>
                <a:gdLst/>
                <a:ahLst/>
                <a:cxnLst/>
                <a:rect l="l" t="t" r="r" b="b"/>
                <a:pathLst>
                  <a:path w="1318259" h="94107" extrusionOk="0">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41" name="Google Shape;841;p28"/>
              <p:cNvGrpSpPr/>
              <p:nvPr/>
            </p:nvGrpSpPr>
            <p:grpSpPr>
              <a:xfrm>
                <a:off x="7512268" y="2145579"/>
                <a:ext cx="126741" cy="28145"/>
                <a:chOff x="7106888" y="4136136"/>
                <a:chExt cx="140683" cy="31241"/>
              </a:xfrm>
            </p:grpSpPr>
            <p:sp>
              <p:nvSpPr>
                <p:cNvPr id="842" name="Google Shape;842;p28"/>
                <p:cNvSpPr/>
                <p:nvPr/>
              </p:nvSpPr>
              <p:spPr>
                <a:xfrm>
                  <a:off x="7216330"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3" name="Google Shape;843;p28"/>
                <p:cNvSpPr/>
                <p:nvPr/>
              </p:nvSpPr>
              <p:spPr>
                <a:xfrm>
                  <a:off x="7161561"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4" name="Google Shape;844;p28"/>
                <p:cNvSpPr/>
                <p:nvPr/>
              </p:nvSpPr>
              <p:spPr>
                <a:xfrm>
                  <a:off x="7106888" y="4136136"/>
                  <a:ext cx="31241" cy="31241"/>
                </a:xfrm>
                <a:custGeom>
                  <a:avLst/>
                  <a:gdLst/>
                  <a:ahLst/>
                  <a:cxnLst/>
                  <a:rect l="l" t="t" r="r" b="b"/>
                  <a:pathLst>
                    <a:path w="31241" h="31241" extrusionOk="0">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45" name="Google Shape;845;p28"/>
              <p:cNvSpPr/>
              <p:nvPr/>
            </p:nvSpPr>
            <p:spPr>
              <a:xfrm>
                <a:off x="6515578" y="2215995"/>
                <a:ext cx="1150258" cy="460514"/>
              </a:xfrm>
              <a:custGeom>
                <a:avLst/>
                <a:gdLst/>
                <a:ahLst/>
                <a:cxnLst/>
                <a:rect l="l" t="t" r="r" b="b"/>
                <a:pathLst>
                  <a:path w="1278064" h="511682" extrusionOk="0">
                    <a:moveTo>
                      <a:pt x="0" y="0"/>
                    </a:moveTo>
                    <a:lnTo>
                      <a:pt x="1278064" y="0"/>
                    </a:lnTo>
                    <a:lnTo>
                      <a:pt x="1278064" y="511683"/>
                    </a:lnTo>
                    <a:lnTo>
                      <a:pt x="0" y="51168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6" name="Google Shape;846;p28"/>
              <p:cNvSpPr/>
              <p:nvPr/>
            </p:nvSpPr>
            <p:spPr>
              <a:xfrm>
                <a:off x="6548699" y="2724580"/>
                <a:ext cx="316840" cy="275091"/>
              </a:xfrm>
              <a:custGeom>
                <a:avLst/>
                <a:gdLst/>
                <a:ahLst/>
                <a:cxnLst/>
                <a:rect l="l" t="t" r="r" b="b"/>
                <a:pathLst>
                  <a:path w="352044" h="305657" extrusionOk="0">
                    <a:moveTo>
                      <a:pt x="0" y="0"/>
                    </a:moveTo>
                    <a:lnTo>
                      <a:pt x="352044" y="0"/>
                    </a:lnTo>
                    <a:lnTo>
                      <a:pt x="352044" y="305657"/>
                    </a:lnTo>
                    <a:lnTo>
                      <a:pt x="0" y="30565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7" name="Google Shape;847;p28"/>
              <p:cNvSpPr/>
              <p:nvPr/>
            </p:nvSpPr>
            <p:spPr>
              <a:xfrm>
                <a:off x="6896308" y="2724580"/>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8" name="Google Shape;848;p28"/>
              <p:cNvSpPr/>
              <p:nvPr/>
            </p:nvSpPr>
            <p:spPr>
              <a:xfrm>
                <a:off x="6896308" y="2775721"/>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9" name="Google Shape;849;p28"/>
              <p:cNvSpPr/>
              <p:nvPr/>
            </p:nvSpPr>
            <p:spPr>
              <a:xfrm>
                <a:off x="6896308" y="2826777"/>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0" name="Google Shape;850;p28"/>
              <p:cNvSpPr/>
              <p:nvPr/>
            </p:nvSpPr>
            <p:spPr>
              <a:xfrm>
                <a:off x="6896308" y="2877919"/>
                <a:ext cx="741778" cy="20916"/>
              </a:xfrm>
              <a:custGeom>
                <a:avLst/>
                <a:gdLst/>
                <a:ahLst/>
                <a:cxnLst/>
                <a:rect l="l" t="t" r="r" b="b"/>
                <a:pathLst>
                  <a:path w="824198" h="23240" extrusionOk="0">
                    <a:moveTo>
                      <a:pt x="0" y="0"/>
                    </a:moveTo>
                    <a:lnTo>
                      <a:pt x="824199" y="0"/>
                    </a:lnTo>
                    <a:lnTo>
                      <a:pt x="824199" y="23241"/>
                    </a:lnTo>
                    <a:lnTo>
                      <a:pt x="0" y="2324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51" name="Google Shape;851;p28"/>
              <p:cNvGrpSpPr/>
              <p:nvPr/>
            </p:nvGrpSpPr>
            <p:grpSpPr>
              <a:xfrm>
                <a:off x="7422424" y="2953744"/>
                <a:ext cx="216586" cy="46337"/>
                <a:chOff x="7007161" y="5033200"/>
                <a:chExt cx="240411" cy="51434"/>
              </a:xfrm>
            </p:grpSpPr>
            <p:sp>
              <p:nvSpPr>
                <p:cNvPr id="852" name="Google Shape;852;p28"/>
                <p:cNvSpPr/>
                <p:nvPr/>
              </p:nvSpPr>
              <p:spPr>
                <a:xfrm>
                  <a:off x="7007161" y="5033200"/>
                  <a:ext cx="240411" cy="51434"/>
                </a:xfrm>
                <a:custGeom>
                  <a:avLst/>
                  <a:gdLst/>
                  <a:ahLst/>
                  <a:cxnLst/>
                  <a:rect l="l" t="t" r="r" b="b"/>
                  <a:pathLst>
                    <a:path w="240411" h="51434" extrusionOk="0">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3" name="Google Shape;853;p28"/>
                <p:cNvSpPr/>
                <p:nvPr/>
              </p:nvSpPr>
              <p:spPr>
                <a:xfrm>
                  <a:off x="7073264" y="5047202"/>
                  <a:ext cx="108204" cy="23240"/>
                </a:xfrm>
                <a:custGeom>
                  <a:avLst/>
                  <a:gdLst/>
                  <a:ahLst/>
                  <a:cxnLst/>
                  <a:rect l="l" t="t" r="r" b="b"/>
                  <a:pathLst>
                    <a:path w="108204" h="23240" extrusionOk="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54" name="Google Shape;854;p28"/>
              <p:cNvGrpSpPr/>
              <p:nvPr/>
            </p:nvGrpSpPr>
            <p:grpSpPr>
              <a:xfrm>
                <a:off x="6548871" y="2408331"/>
                <a:ext cx="1090139" cy="89414"/>
                <a:chOff x="6037516" y="4427791"/>
                <a:chExt cx="1210056" cy="99250"/>
              </a:xfrm>
            </p:grpSpPr>
            <p:sp>
              <p:nvSpPr>
                <p:cNvPr id="855" name="Google Shape;855;p28"/>
                <p:cNvSpPr/>
                <p:nvPr/>
              </p:nvSpPr>
              <p:spPr>
                <a:xfrm>
                  <a:off x="6037516" y="4427791"/>
                  <a:ext cx="49625" cy="99250"/>
                </a:xfrm>
                <a:custGeom>
                  <a:avLst/>
                  <a:gdLst/>
                  <a:ahLst/>
                  <a:cxnLst/>
                  <a:rect l="l" t="t" r="r" b="b"/>
                  <a:pathLst>
                    <a:path w="49625" h="99250" extrusionOk="0">
                      <a:moveTo>
                        <a:pt x="0" y="49625"/>
                      </a:moveTo>
                      <a:lnTo>
                        <a:pt x="49625" y="99251"/>
                      </a:lnTo>
                      <a:lnTo>
                        <a:pt x="49625" y="0"/>
                      </a:lnTo>
                      <a:lnTo>
                        <a:pt x="0" y="496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6" name="Google Shape;856;p28"/>
                <p:cNvSpPr/>
                <p:nvPr/>
              </p:nvSpPr>
              <p:spPr>
                <a:xfrm>
                  <a:off x="7197947" y="4427791"/>
                  <a:ext cx="49625" cy="99250"/>
                </a:xfrm>
                <a:custGeom>
                  <a:avLst/>
                  <a:gdLst/>
                  <a:ahLst/>
                  <a:cxnLst/>
                  <a:rect l="l" t="t" r="r" b="b"/>
                  <a:pathLst>
                    <a:path w="49625" h="99250" extrusionOk="0">
                      <a:moveTo>
                        <a:pt x="0" y="0"/>
                      </a:moveTo>
                      <a:lnTo>
                        <a:pt x="0" y="99251"/>
                      </a:lnTo>
                      <a:lnTo>
                        <a:pt x="49625" y="49625"/>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57" name="Google Shape;857;p28"/>
              <p:cNvGrpSpPr/>
              <p:nvPr/>
            </p:nvGrpSpPr>
            <p:grpSpPr>
              <a:xfrm>
                <a:off x="7012935" y="2651519"/>
                <a:ext cx="157033" cy="16304"/>
                <a:chOff x="6552628" y="4697730"/>
                <a:chExt cx="174307" cy="18097"/>
              </a:xfrm>
            </p:grpSpPr>
            <p:sp>
              <p:nvSpPr>
                <p:cNvPr id="858" name="Google Shape;858;p28"/>
                <p:cNvSpPr/>
                <p:nvPr/>
              </p:nvSpPr>
              <p:spPr>
                <a:xfrm>
                  <a:off x="6552628" y="4697730"/>
                  <a:ext cx="18097" cy="18097"/>
                </a:xfrm>
                <a:custGeom>
                  <a:avLst/>
                  <a:gdLst/>
                  <a:ahLst/>
                  <a:cxnLst/>
                  <a:rect l="l" t="t" r="r" b="b"/>
                  <a:pathLst>
                    <a:path w="18097" h="18097" extrusionOk="0">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9" name="Google Shape;859;p28"/>
                <p:cNvSpPr/>
                <p:nvPr/>
              </p:nvSpPr>
              <p:spPr>
                <a:xfrm>
                  <a:off x="65916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0" name="Google Shape;860;p28"/>
                <p:cNvSpPr/>
                <p:nvPr/>
              </p:nvSpPr>
              <p:spPr>
                <a:xfrm>
                  <a:off x="6630733" y="4697730"/>
                  <a:ext cx="18097" cy="18097"/>
                </a:xfrm>
                <a:custGeom>
                  <a:avLst/>
                  <a:gdLst/>
                  <a:ahLst/>
                  <a:cxnLst/>
                  <a:rect l="l" t="t" r="r" b="b"/>
                  <a:pathLst>
                    <a:path w="18097" h="18097" extrusionOk="0">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1" name="Google Shape;861;p28"/>
                <p:cNvSpPr/>
                <p:nvPr/>
              </p:nvSpPr>
              <p:spPr>
                <a:xfrm>
                  <a:off x="66698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2" name="Google Shape;862;p28"/>
                <p:cNvSpPr/>
                <p:nvPr/>
              </p:nvSpPr>
              <p:spPr>
                <a:xfrm>
                  <a:off x="6708838" y="4697730"/>
                  <a:ext cx="18097" cy="18097"/>
                </a:xfrm>
                <a:custGeom>
                  <a:avLst/>
                  <a:gdLst/>
                  <a:ahLst/>
                  <a:cxnLst/>
                  <a:rect l="l" t="t" r="r" b="b"/>
                  <a:pathLst>
                    <a:path w="18097" h="18097" extrusionOk="0">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863" name="Google Shape;863;p28"/>
              <p:cNvSpPr/>
              <p:nvPr/>
            </p:nvSpPr>
            <p:spPr>
              <a:xfrm>
                <a:off x="6548699" y="3046960"/>
                <a:ext cx="1089050" cy="8572"/>
              </a:xfrm>
              <a:custGeom>
                <a:avLst/>
                <a:gdLst/>
                <a:ahLst/>
                <a:cxnLst/>
                <a:rect l="l" t="t" r="r" b="b"/>
                <a:pathLst>
                  <a:path w="1210055" h="9525" extrusionOk="0">
                    <a:moveTo>
                      <a:pt x="0" y="0"/>
                    </a:moveTo>
                    <a:lnTo>
                      <a:pt x="1210056" y="0"/>
                    </a:lnTo>
                  </a:path>
                </a:pathLst>
              </a:custGeom>
              <a:noFill/>
              <a:ln w="17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64" name="Google Shape;864;p28"/>
              <p:cNvGrpSpPr/>
              <p:nvPr/>
            </p:nvGrpSpPr>
            <p:grpSpPr>
              <a:xfrm>
                <a:off x="6505708" y="2659414"/>
                <a:ext cx="413779" cy="413778"/>
                <a:chOff x="5989605" y="4706493"/>
                <a:chExt cx="459295" cy="459294"/>
              </a:xfrm>
            </p:grpSpPr>
            <p:grpSp>
              <p:nvGrpSpPr>
                <p:cNvPr id="865" name="Google Shape;865;p28"/>
                <p:cNvGrpSpPr/>
                <p:nvPr/>
              </p:nvGrpSpPr>
              <p:grpSpPr>
                <a:xfrm>
                  <a:off x="6001893" y="4718780"/>
                  <a:ext cx="444150" cy="444151"/>
                  <a:chOff x="6001893" y="4718780"/>
                  <a:chExt cx="444150" cy="444151"/>
                </a:xfrm>
              </p:grpSpPr>
              <p:sp>
                <p:nvSpPr>
                  <p:cNvPr id="866" name="Google Shape;866;p28"/>
                  <p:cNvSpPr/>
                  <p:nvPr/>
                </p:nvSpPr>
                <p:spPr>
                  <a:xfrm>
                    <a:off x="6017418" y="5153406"/>
                    <a:ext cx="388048" cy="9525"/>
                  </a:xfrm>
                  <a:custGeom>
                    <a:avLst/>
                    <a:gdLst/>
                    <a:ahLst/>
                    <a:cxnLst/>
                    <a:rect l="l" t="t" r="r" b="b"/>
                    <a:pathLst>
                      <a:path w="388048" h="9525" extrusionOk="0">
                        <a:moveTo>
                          <a:pt x="388048" y="0"/>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7" name="Google Shape;867;p28"/>
                  <p:cNvSpPr/>
                  <p:nvPr/>
                </p:nvSpPr>
                <p:spPr>
                  <a:xfrm>
                    <a:off x="6001893" y="4734306"/>
                    <a:ext cx="9525" cy="388048"/>
                  </a:xfrm>
                  <a:custGeom>
                    <a:avLst/>
                    <a:gdLst/>
                    <a:ahLst/>
                    <a:cxnLst/>
                    <a:rect l="l" t="t" r="r" b="b"/>
                    <a:pathLst>
                      <a:path w="9525" h="388048" extrusionOk="0">
                        <a:moveTo>
                          <a:pt x="0" y="388049"/>
                        </a:moveTo>
                        <a:lnTo>
                          <a:pt x="0"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8" name="Google Shape;868;p28"/>
                  <p:cNvSpPr/>
                  <p:nvPr/>
                </p:nvSpPr>
                <p:spPr>
                  <a:xfrm>
                    <a:off x="6032944" y="4718780"/>
                    <a:ext cx="388048" cy="9525"/>
                  </a:xfrm>
                  <a:custGeom>
                    <a:avLst/>
                    <a:gdLst/>
                    <a:ahLst/>
                    <a:cxnLst/>
                    <a:rect l="l" t="t" r="r" b="b"/>
                    <a:pathLst>
                      <a:path w="388048" h="9525" extrusionOk="0">
                        <a:moveTo>
                          <a:pt x="0" y="0"/>
                        </a:moveTo>
                        <a:lnTo>
                          <a:pt x="388048" y="0"/>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9" name="Google Shape;869;p28"/>
                  <p:cNvSpPr/>
                  <p:nvPr/>
                </p:nvSpPr>
                <p:spPr>
                  <a:xfrm>
                    <a:off x="6436518" y="4749831"/>
                    <a:ext cx="9525" cy="388048"/>
                  </a:xfrm>
                  <a:custGeom>
                    <a:avLst/>
                    <a:gdLst/>
                    <a:ahLst/>
                    <a:cxnLst/>
                    <a:rect l="l" t="t" r="r" b="b"/>
                    <a:pathLst>
                      <a:path w="9525" h="388048" extrusionOk="0">
                        <a:moveTo>
                          <a:pt x="0" y="0"/>
                        </a:moveTo>
                        <a:lnTo>
                          <a:pt x="0" y="388049"/>
                        </a:lnTo>
                      </a:path>
                    </a:pathLst>
                  </a:custGeom>
                  <a:solidFill>
                    <a:schemeClr val="dk1"/>
                  </a:solidFill>
                  <a:ln w="1580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0" name="Google Shape;870;p28"/>
                <p:cNvGrpSpPr/>
                <p:nvPr/>
              </p:nvGrpSpPr>
              <p:grpSpPr>
                <a:xfrm>
                  <a:off x="5989605" y="4706493"/>
                  <a:ext cx="459295" cy="459294"/>
                  <a:chOff x="5989605" y="4706493"/>
                  <a:chExt cx="459295" cy="459294"/>
                </a:xfrm>
              </p:grpSpPr>
              <p:grpSp>
                <p:nvGrpSpPr>
                  <p:cNvPr id="871" name="Google Shape;871;p28"/>
                  <p:cNvGrpSpPr/>
                  <p:nvPr/>
                </p:nvGrpSpPr>
                <p:grpSpPr>
                  <a:xfrm>
                    <a:off x="5989605" y="4706493"/>
                    <a:ext cx="459295" cy="24669"/>
                    <a:chOff x="5989605" y="4706493"/>
                    <a:chExt cx="459295" cy="24669"/>
                  </a:xfrm>
                </p:grpSpPr>
                <p:sp>
                  <p:nvSpPr>
                    <p:cNvPr id="872" name="Google Shape;872;p28"/>
                    <p:cNvSpPr/>
                    <p:nvPr/>
                  </p:nvSpPr>
                  <p:spPr>
                    <a:xfrm>
                      <a:off x="5989605"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3" name="Google Shape;873;p28"/>
                    <p:cNvSpPr/>
                    <p:nvPr/>
                  </p:nvSpPr>
                  <p:spPr>
                    <a:xfrm>
                      <a:off x="620687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4" name="Google Shape;874;p28"/>
                    <p:cNvSpPr/>
                    <p:nvPr/>
                  </p:nvSpPr>
                  <p:spPr>
                    <a:xfrm>
                      <a:off x="6424231" y="4706493"/>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5" name="Google Shape;875;p28"/>
                  <p:cNvGrpSpPr/>
                  <p:nvPr/>
                </p:nvGrpSpPr>
                <p:grpSpPr>
                  <a:xfrm>
                    <a:off x="5989605" y="4923758"/>
                    <a:ext cx="459295" cy="24669"/>
                    <a:chOff x="5989605" y="4923758"/>
                    <a:chExt cx="459295" cy="24669"/>
                  </a:xfrm>
                </p:grpSpPr>
                <p:sp>
                  <p:nvSpPr>
                    <p:cNvPr id="876" name="Google Shape;876;p28"/>
                    <p:cNvSpPr/>
                    <p:nvPr/>
                  </p:nvSpPr>
                  <p:spPr>
                    <a:xfrm>
                      <a:off x="5989605"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7" name="Google Shape;877;p28"/>
                    <p:cNvSpPr/>
                    <p:nvPr/>
                  </p:nvSpPr>
                  <p:spPr>
                    <a:xfrm>
                      <a:off x="6424231" y="492375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78" name="Google Shape;878;p28"/>
                  <p:cNvGrpSpPr/>
                  <p:nvPr/>
                </p:nvGrpSpPr>
                <p:grpSpPr>
                  <a:xfrm>
                    <a:off x="5989605" y="5141118"/>
                    <a:ext cx="459295" cy="24669"/>
                    <a:chOff x="5989605" y="5141118"/>
                    <a:chExt cx="459295" cy="24669"/>
                  </a:xfrm>
                </p:grpSpPr>
                <p:sp>
                  <p:nvSpPr>
                    <p:cNvPr id="879" name="Google Shape;879;p28"/>
                    <p:cNvSpPr/>
                    <p:nvPr/>
                  </p:nvSpPr>
                  <p:spPr>
                    <a:xfrm>
                      <a:off x="5989605"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0" name="Google Shape;880;p28"/>
                    <p:cNvSpPr/>
                    <p:nvPr/>
                  </p:nvSpPr>
                  <p:spPr>
                    <a:xfrm>
                      <a:off x="620687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1" name="Google Shape;881;p28"/>
                    <p:cNvSpPr/>
                    <p:nvPr/>
                  </p:nvSpPr>
                  <p:spPr>
                    <a:xfrm>
                      <a:off x="6424231" y="5141118"/>
                      <a:ext cx="24669" cy="24669"/>
                    </a:xfrm>
                    <a:custGeom>
                      <a:avLst/>
                      <a:gdLst/>
                      <a:ahLst/>
                      <a:cxnLst/>
                      <a:rect l="l" t="t" r="r" b="b"/>
                      <a:pathLst>
                        <a:path w="24669" h="24669" extrusionOk="0">
                          <a:moveTo>
                            <a:pt x="0" y="0"/>
                          </a:moveTo>
                          <a:lnTo>
                            <a:pt x="24670" y="0"/>
                          </a:lnTo>
                          <a:lnTo>
                            <a:pt x="24670" y="24670"/>
                          </a:lnTo>
                          <a:lnTo>
                            <a:pt x="0" y="2467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882" name="Google Shape;882;p28"/>
            <p:cNvGrpSpPr/>
            <p:nvPr/>
          </p:nvGrpSpPr>
          <p:grpSpPr>
            <a:xfrm>
              <a:off x="5248799" y="1817418"/>
              <a:ext cx="479083" cy="595031"/>
              <a:chOff x="5580610" y="1953710"/>
              <a:chExt cx="392498" cy="487491"/>
            </a:xfrm>
          </p:grpSpPr>
          <p:grpSp>
            <p:nvGrpSpPr>
              <p:cNvPr id="883" name="Google Shape;883;p28"/>
              <p:cNvGrpSpPr/>
              <p:nvPr/>
            </p:nvGrpSpPr>
            <p:grpSpPr>
              <a:xfrm>
                <a:off x="5580610" y="1953710"/>
                <a:ext cx="392498" cy="487491"/>
                <a:chOff x="7385113" y="1535430"/>
                <a:chExt cx="435673" cy="541115"/>
              </a:xfrm>
            </p:grpSpPr>
            <p:sp>
              <p:nvSpPr>
                <p:cNvPr id="884" name="Google Shape;884;p28"/>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85" name="Google Shape;885;p28"/>
                <p:cNvGrpSpPr/>
                <p:nvPr/>
              </p:nvGrpSpPr>
              <p:grpSpPr>
                <a:xfrm>
                  <a:off x="7612094" y="1566576"/>
                  <a:ext cx="164781" cy="41529"/>
                  <a:chOff x="7612094" y="1566576"/>
                  <a:chExt cx="164781" cy="41529"/>
                </a:xfrm>
              </p:grpSpPr>
              <p:sp>
                <p:nvSpPr>
                  <p:cNvPr id="886" name="Google Shape;886;p28"/>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7" name="Google Shape;887;p28"/>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8" name="Google Shape;888;p28"/>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89" name="Google Shape;889;p28"/>
              <p:cNvGrpSpPr/>
              <p:nvPr/>
            </p:nvGrpSpPr>
            <p:grpSpPr>
              <a:xfrm>
                <a:off x="5612446" y="2047672"/>
                <a:ext cx="323505" cy="338352"/>
                <a:chOff x="7420451" y="1639728"/>
                <a:chExt cx="359091" cy="375571"/>
              </a:xfrm>
            </p:grpSpPr>
            <p:sp>
              <p:nvSpPr>
                <p:cNvPr id="890" name="Google Shape;890;p28"/>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1" name="Google Shape;891;p28"/>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892" name="Google Shape;892;p28"/>
            <p:cNvGrpSpPr/>
            <p:nvPr/>
          </p:nvGrpSpPr>
          <p:grpSpPr>
            <a:xfrm>
              <a:off x="7810967" y="2543174"/>
              <a:ext cx="1047787" cy="27232"/>
              <a:chOff x="7384446" y="3573113"/>
              <a:chExt cx="952880" cy="24765"/>
            </a:xfrm>
          </p:grpSpPr>
          <p:sp>
            <p:nvSpPr>
              <p:cNvPr id="893" name="Google Shape;893;p28"/>
              <p:cNvSpPr/>
              <p:nvPr/>
            </p:nvSpPr>
            <p:spPr>
              <a:xfrm>
                <a:off x="7396162" y="3585495"/>
                <a:ext cx="929354" cy="9525"/>
              </a:xfrm>
              <a:custGeom>
                <a:avLst/>
                <a:gdLst/>
                <a:ahLst/>
                <a:cxnLst/>
                <a:rect l="l" t="t" r="r" b="b"/>
                <a:pathLst>
                  <a:path w="929354" h="9525" extrusionOk="0">
                    <a:moveTo>
                      <a:pt x="929354" y="0"/>
                    </a:moveTo>
                    <a:lnTo>
                      <a:pt x="0"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4" name="Google Shape;894;p28"/>
              <p:cNvSpPr/>
              <p:nvPr/>
            </p:nvSpPr>
            <p:spPr>
              <a:xfrm>
                <a:off x="8312562" y="3573113"/>
                <a:ext cx="24764" cy="24765"/>
              </a:xfrm>
              <a:custGeom>
                <a:avLst/>
                <a:gdLst/>
                <a:ahLst/>
                <a:cxnLst/>
                <a:rect l="l" t="t" r="r" b="b"/>
                <a:pathLst>
                  <a:path w="24764" h="24765" extrusionOk="0">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5" name="Google Shape;895;p28"/>
              <p:cNvSpPr/>
              <p:nvPr/>
            </p:nvSpPr>
            <p:spPr>
              <a:xfrm>
                <a:off x="7384446" y="3573113"/>
                <a:ext cx="24764" cy="24765"/>
              </a:xfrm>
              <a:custGeom>
                <a:avLst/>
                <a:gdLst/>
                <a:ahLst/>
                <a:cxnLst/>
                <a:rect l="l" t="t" r="r" b="b"/>
                <a:pathLst>
                  <a:path w="24764" h="24765" extrusionOk="0">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896" name="Google Shape;896;p28"/>
            <p:cNvGrpSpPr/>
            <p:nvPr/>
          </p:nvGrpSpPr>
          <p:grpSpPr>
            <a:xfrm>
              <a:off x="8348540" y="2013384"/>
              <a:ext cx="657643" cy="856749"/>
              <a:chOff x="-2" y="3134666"/>
              <a:chExt cx="498554" cy="649495"/>
            </a:xfrm>
          </p:grpSpPr>
          <p:grpSp>
            <p:nvGrpSpPr>
              <p:cNvPr id="897" name="Google Shape;897;p28"/>
              <p:cNvGrpSpPr/>
              <p:nvPr/>
            </p:nvGrpSpPr>
            <p:grpSpPr>
              <a:xfrm>
                <a:off x="-2" y="3134666"/>
                <a:ext cx="498554" cy="649495"/>
                <a:chOff x="895350" y="4265199"/>
                <a:chExt cx="598074" cy="779145"/>
              </a:xfrm>
            </p:grpSpPr>
            <p:sp>
              <p:nvSpPr>
                <p:cNvPr id="898" name="Google Shape;898;p28"/>
                <p:cNvSpPr/>
                <p:nvPr/>
              </p:nvSpPr>
              <p:spPr>
                <a:xfrm>
                  <a:off x="895350" y="4265199"/>
                  <a:ext cx="598074" cy="779145"/>
                </a:xfrm>
                <a:custGeom>
                  <a:avLst/>
                  <a:gdLst/>
                  <a:ahLst/>
                  <a:cxnLst/>
                  <a:rect l="l" t="t" r="r" b="b"/>
                  <a:pathLst>
                    <a:path w="598074" h="779145" extrusionOk="0">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899" name="Google Shape;899;p28"/>
                <p:cNvGrpSpPr/>
                <p:nvPr/>
              </p:nvGrpSpPr>
              <p:grpSpPr>
                <a:xfrm>
                  <a:off x="1284732" y="4296441"/>
                  <a:ext cx="164876" cy="41528"/>
                  <a:chOff x="1284732" y="4296441"/>
                  <a:chExt cx="164876" cy="41528"/>
                </a:xfrm>
              </p:grpSpPr>
              <p:sp>
                <p:nvSpPr>
                  <p:cNvPr id="900" name="Google Shape;900;p28"/>
                  <p:cNvSpPr/>
                  <p:nvPr/>
                </p:nvSpPr>
                <p:spPr>
                  <a:xfrm>
                    <a:off x="1408080" y="4296441"/>
                    <a:ext cx="41528" cy="41528"/>
                  </a:xfrm>
                  <a:custGeom>
                    <a:avLst/>
                    <a:gdLst/>
                    <a:ahLst/>
                    <a:cxnLst/>
                    <a:rect l="l" t="t" r="r" b="b"/>
                    <a:pathLst>
                      <a:path w="41528" h="41528" extrusionOk="0">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1" name="Google Shape;901;p28"/>
                  <p:cNvSpPr/>
                  <p:nvPr/>
                </p:nvSpPr>
                <p:spPr>
                  <a:xfrm>
                    <a:off x="1346358" y="4296441"/>
                    <a:ext cx="41529" cy="41528"/>
                  </a:xfrm>
                  <a:custGeom>
                    <a:avLst/>
                    <a:gdLst/>
                    <a:ahLst/>
                    <a:cxnLst/>
                    <a:rect l="l" t="t" r="r" b="b"/>
                    <a:pathLst>
                      <a:path w="41529" h="41528" extrusionOk="0">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2" name="Google Shape;902;p28"/>
                  <p:cNvSpPr/>
                  <p:nvPr/>
                </p:nvSpPr>
                <p:spPr>
                  <a:xfrm>
                    <a:off x="1284732" y="4296441"/>
                    <a:ext cx="41529" cy="41528"/>
                  </a:xfrm>
                  <a:custGeom>
                    <a:avLst/>
                    <a:gdLst/>
                    <a:ahLst/>
                    <a:cxnLst/>
                    <a:rect l="l" t="t" r="r" b="b"/>
                    <a:pathLst>
                      <a:path w="41529" h="41528" extrusionOk="0">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03" name="Google Shape;903;p28"/>
              <p:cNvGrpSpPr/>
              <p:nvPr/>
            </p:nvGrpSpPr>
            <p:grpSpPr>
              <a:xfrm>
                <a:off x="59230" y="3269171"/>
                <a:ext cx="382391" cy="400019"/>
                <a:chOff x="966406" y="4426553"/>
                <a:chExt cx="458723" cy="479869"/>
              </a:xfrm>
            </p:grpSpPr>
            <p:sp>
              <p:nvSpPr>
                <p:cNvPr id="904" name="Google Shape;904;p28"/>
                <p:cNvSpPr/>
                <p:nvPr/>
              </p:nvSpPr>
              <p:spPr>
                <a:xfrm>
                  <a:off x="966406" y="4697825"/>
                  <a:ext cx="456723" cy="208597"/>
                </a:xfrm>
                <a:custGeom>
                  <a:avLst/>
                  <a:gdLst/>
                  <a:ahLst/>
                  <a:cxnLst/>
                  <a:rect l="l" t="t" r="r" b="b"/>
                  <a:pathLst>
                    <a:path w="456723" h="208597" extrusionOk="0">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5" name="Google Shape;905;p28"/>
                <p:cNvSpPr/>
                <p:nvPr/>
              </p:nvSpPr>
              <p:spPr>
                <a:xfrm>
                  <a:off x="972883" y="4426553"/>
                  <a:ext cx="452246" cy="230219"/>
                </a:xfrm>
                <a:custGeom>
                  <a:avLst/>
                  <a:gdLst/>
                  <a:ahLst/>
                  <a:cxnLst/>
                  <a:rect l="l" t="t" r="r" b="b"/>
                  <a:pathLst>
                    <a:path w="452246" h="230219" extrusionOk="0">
                      <a:moveTo>
                        <a:pt x="0" y="0"/>
                      </a:moveTo>
                      <a:lnTo>
                        <a:pt x="452247" y="0"/>
                      </a:lnTo>
                      <a:lnTo>
                        <a:pt x="452247" y="230219"/>
                      </a:lnTo>
                      <a:lnTo>
                        <a:pt x="0" y="23021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06" name="Google Shape;906;p28"/>
            <p:cNvGrpSpPr/>
            <p:nvPr/>
          </p:nvGrpSpPr>
          <p:grpSpPr>
            <a:xfrm>
              <a:off x="5165167" y="2950875"/>
              <a:ext cx="645598" cy="1166771"/>
              <a:chOff x="5165167" y="2950875"/>
              <a:chExt cx="645598" cy="1166771"/>
            </a:xfrm>
          </p:grpSpPr>
          <p:grpSp>
            <p:nvGrpSpPr>
              <p:cNvPr id="907" name="Google Shape;907;p28"/>
              <p:cNvGrpSpPr/>
              <p:nvPr/>
            </p:nvGrpSpPr>
            <p:grpSpPr>
              <a:xfrm>
                <a:off x="5165167" y="2950875"/>
                <a:ext cx="645598" cy="1166771"/>
                <a:chOff x="1024660" y="3708890"/>
                <a:chExt cx="489423" cy="884520"/>
              </a:xfrm>
            </p:grpSpPr>
            <p:grpSp>
              <p:nvGrpSpPr>
                <p:cNvPr id="908" name="Google Shape;908;p28"/>
                <p:cNvGrpSpPr/>
                <p:nvPr/>
              </p:nvGrpSpPr>
              <p:grpSpPr>
                <a:xfrm>
                  <a:off x="1024660" y="3708890"/>
                  <a:ext cx="489423" cy="884520"/>
                  <a:chOff x="2124551" y="4954047"/>
                  <a:chExt cx="587120" cy="1061085"/>
                </a:xfrm>
              </p:grpSpPr>
              <p:sp>
                <p:nvSpPr>
                  <p:cNvPr id="909" name="Google Shape;909;p28"/>
                  <p:cNvSpPr/>
                  <p:nvPr/>
                </p:nvSpPr>
                <p:spPr>
                  <a:xfrm>
                    <a:off x="2124551" y="4954047"/>
                    <a:ext cx="587120" cy="1061085"/>
                  </a:xfrm>
                  <a:custGeom>
                    <a:avLst/>
                    <a:gdLst/>
                    <a:ahLst/>
                    <a:cxnLst/>
                    <a:rect l="l" t="t" r="r" b="b"/>
                    <a:pathLst>
                      <a:path w="587120" h="1061085" extrusionOk="0">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0" name="Google Shape;910;p28"/>
                  <p:cNvSpPr/>
                  <p:nvPr/>
                </p:nvSpPr>
                <p:spPr>
                  <a:xfrm>
                    <a:off x="2339530" y="4987099"/>
                    <a:ext cx="157162" cy="25527"/>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911" name="Google Shape;911;p28"/>
                <p:cNvSpPr/>
                <p:nvPr/>
              </p:nvSpPr>
              <p:spPr>
                <a:xfrm>
                  <a:off x="1059199" y="3818860"/>
                  <a:ext cx="419712" cy="647607"/>
                </a:xfrm>
                <a:custGeom>
                  <a:avLst/>
                  <a:gdLst/>
                  <a:ahLst/>
                  <a:cxnLst/>
                  <a:rect l="l" t="t" r="r" b="b"/>
                  <a:pathLst>
                    <a:path w="504158" h="777906" extrusionOk="0">
                      <a:moveTo>
                        <a:pt x="0" y="0"/>
                      </a:moveTo>
                      <a:lnTo>
                        <a:pt x="504158" y="0"/>
                      </a:lnTo>
                      <a:lnTo>
                        <a:pt x="504158" y="777907"/>
                      </a:lnTo>
                      <a:lnTo>
                        <a:pt x="0" y="77790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912" name="Google Shape;912;p28"/>
                <p:cNvGrpSpPr/>
                <p:nvPr/>
              </p:nvGrpSpPr>
              <p:grpSpPr>
                <a:xfrm>
                  <a:off x="1108189" y="4182116"/>
                  <a:ext cx="322524" cy="131011"/>
                  <a:chOff x="2224754" y="5521737"/>
                  <a:chExt cx="386905" cy="157163"/>
                </a:xfrm>
              </p:grpSpPr>
              <p:grpSp>
                <p:nvGrpSpPr>
                  <p:cNvPr id="913" name="Google Shape;913;p28"/>
                  <p:cNvGrpSpPr/>
                  <p:nvPr/>
                </p:nvGrpSpPr>
                <p:grpSpPr>
                  <a:xfrm>
                    <a:off x="2224754" y="5521737"/>
                    <a:ext cx="386905" cy="157163"/>
                    <a:chOff x="2224754" y="5521737"/>
                    <a:chExt cx="386905" cy="157163"/>
                  </a:xfrm>
                </p:grpSpPr>
                <p:grpSp>
                  <p:nvGrpSpPr>
                    <p:cNvPr id="914" name="Google Shape;914;p28"/>
                    <p:cNvGrpSpPr/>
                    <p:nvPr/>
                  </p:nvGrpSpPr>
                  <p:grpSpPr>
                    <a:xfrm>
                      <a:off x="2224754" y="5521737"/>
                      <a:ext cx="386905" cy="65532"/>
                      <a:chOff x="2224754" y="5521737"/>
                      <a:chExt cx="386905" cy="65532"/>
                    </a:xfrm>
                  </p:grpSpPr>
                  <p:sp>
                    <p:nvSpPr>
                      <p:cNvPr id="915" name="Google Shape;915;p28"/>
                      <p:cNvSpPr/>
                      <p:nvPr/>
                    </p:nvSpPr>
                    <p:spPr>
                      <a:xfrm>
                        <a:off x="2224754" y="5521737"/>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6" name="Google Shape;916;p28"/>
                      <p:cNvSpPr/>
                      <p:nvPr/>
                    </p:nvSpPr>
                    <p:spPr>
                      <a:xfrm>
                        <a:off x="2237422" y="5534405"/>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17" name="Google Shape;917;p28"/>
                    <p:cNvGrpSpPr/>
                    <p:nvPr/>
                  </p:nvGrpSpPr>
                  <p:grpSpPr>
                    <a:xfrm>
                      <a:off x="2224754" y="5613368"/>
                      <a:ext cx="386905" cy="65532"/>
                      <a:chOff x="2224754" y="5613368"/>
                      <a:chExt cx="386905" cy="65532"/>
                    </a:xfrm>
                  </p:grpSpPr>
                  <p:sp>
                    <p:nvSpPr>
                      <p:cNvPr id="918" name="Google Shape;918;p28"/>
                      <p:cNvSpPr/>
                      <p:nvPr/>
                    </p:nvSpPr>
                    <p:spPr>
                      <a:xfrm>
                        <a:off x="2224754" y="5613368"/>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9" name="Google Shape;919;p28"/>
                      <p:cNvSpPr/>
                      <p:nvPr/>
                    </p:nvSpPr>
                    <p:spPr>
                      <a:xfrm>
                        <a:off x="2237422" y="5626036"/>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20" name="Google Shape;920;p28"/>
                  <p:cNvGrpSpPr/>
                  <p:nvPr/>
                </p:nvGrpSpPr>
                <p:grpSpPr>
                  <a:xfrm>
                    <a:off x="2336863" y="5554217"/>
                    <a:ext cx="177355" cy="15050"/>
                    <a:chOff x="2336863" y="5554217"/>
                    <a:chExt cx="177355" cy="15050"/>
                  </a:xfrm>
                </p:grpSpPr>
                <p:sp>
                  <p:nvSpPr>
                    <p:cNvPr id="921" name="Google Shape;921;p28"/>
                    <p:cNvSpPr/>
                    <p:nvPr/>
                  </p:nvSpPr>
                  <p:spPr>
                    <a:xfrm>
                      <a:off x="2336863" y="5554218"/>
                      <a:ext cx="15049" cy="15049"/>
                    </a:xfrm>
                    <a:custGeom>
                      <a:avLst/>
                      <a:gdLst/>
                      <a:ahLst/>
                      <a:cxnLst/>
                      <a:rect l="l" t="t" r="r" b="b"/>
                      <a:pathLst>
                        <a:path w="15049" h="15049" extrusionOk="0">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2" name="Google Shape;922;p28"/>
                    <p:cNvSpPr/>
                    <p:nvPr/>
                  </p:nvSpPr>
                  <p:spPr>
                    <a:xfrm>
                      <a:off x="2377440" y="5554217"/>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3" name="Google Shape;923;p28"/>
                    <p:cNvSpPr/>
                    <p:nvPr/>
                  </p:nvSpPr>
                  <p:spPr>
                    <a:xfrm>
                      <a:off x="2418016"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4" name="Google Shape;924;p28"/>
                    <p:cNvSpPr/>
                    <p:nvPr/>
                  </p:nvSpPr>
                  <p:spPr>
                    <a:xfrm>
                      <a:off x="2458593" y="5554218"/>
                      <a:ext cx="15049" cy="15049"/>
                    </a:xfrm>
                    <a:custGeom>
                      <a:avLst/>
                      <a:gdLst/>
                      <a:ahLst/>
                      <a:cxnLst/>
                      <a:rect l="l" t="t" r="r" b="b"/>
                      <a:pathLst>
                        <a:path w="15049" h="15049" extrusionOk="0">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5" name="Google Shape;925;p28"/>
                    <p:cNvSpPr/>
                    <p:nvPr/>
                  </p:nvSpPr>
                  <p:spPr>
                    <a:xfrm>
                      <a:off x="2499169"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926" name="Google Shape;926;p28"/>
                  <p:cNvGrpSpPr/>
                  <p:nvPr/>
                </p:nvGrpSpPr>
                <p:grpSpPr>
                  <a:xfrm>
                    <a:off x="2336863" y="5641848"/>
                    <a:ext cx="177355" cy="15049"/>
                    <a:chOff x="2336863" y="5641848"/>
                    <a:chExt cx="177355" cy="15049"/>
                  </a:xfrm>
                </p:grpSpPr>
                <p:sp>
                  <p:nvSpPr>
                    <p:cNvPr id="927" name="Google Shape;927;p28"/>
                    <p:cNvSpPr/>
                    <p:nvPr/>
                  </p:nvSpPr>
                  <p:spPr>
                    <a:xfrm>
                      <a:off x="2336863"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8" name="Google Shape;928;p28"/>
                    <p:cNvSpPr/>
                    <p:nvPr/>
                  </p:nvSpPr>
                  <p:spPr>
                    <a:xfrm>
                      <a:off x="2377440" y="5641848"/>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9" name="Google Shape;929;p28"/>
                    <p:cNvSpPr/>
                    <p:nvPr/>
                  </p:nvSpPr>
                  <p:spPr>
                    <a:xfrm>
                      <a:off x="2418016"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0" name="Google Shape;930;p28"/>
                    <p:cNvSpPr/>
                    <p:nvPr/>
                  </p:nvSpPr>
                  <p:spPr>
                    <a:xfrm>
                      <a:off x="2458592"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1" name="Google Shape;931;p28"/>
                    <p:cNvSpPr/>
                    <p:nvPr/>
                  </p:nvSpPr>
                  <p:spPr>
                    <a:xfrm>
                      <a:off x="2499169"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932" name="Google Shape;932;p28"/>
                <p:cNvGrpSpPr/>
                <p:nvPr/>
              </p:nvGrpSpPr>
              <p:grpSpPr>
                <a:xfrm>
                  <a:off x="1161625" y="3903897"/>
                  <a:ext cx="215413" cy="215333"/>
                  <a:chOff x="2288857" y="5187981"/>
                  <a:chExt cx="258413" cy="258317"/>
                </a:xfrm>
              </p:grpSpPr>
              <p:sp>
                <p:nvSpPr>
                  <p:cNvPr id="933" name="Google Shape;933;p28"/>
                  <p:cNvSpPr/>
                  <p:nvPr/>
                </p:nvSpPr>
                <p:spPr>
                  <a:xfrm>
                    <a:off x="2288857" y="5187981"/>
                    <a:ext cx="258413" cy="258317"/>
                  </a:xfrm>
                  <a:custGeom>
                    <a:avLst/>
                    <a:gdLst/>
                    <a:ahLst/>
                    <a:cxnLst/>
                    <a:rect l="l" t="t" r="r" b="b"/>
                    <a:pathLst>
                      <a:path w="258413" h="258317" extrusionOk="0">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4" name="Google Shape;934;p28"/>
                  <p:cNvSpPr/>
                  <p:nvPr/>
                </p:nvSpPr>
                <p:spPr>
                  <a:xfrm>
                    <a:off x="2316956" y="5234082"/>
                    <a:ext cx="202501" cy="212216"/>
                  </a:xfrm>
                  <a:custGeom>
                    <a:avLst/>
                    <a:gdLst/>
                    <a:ahLst/>
                    <a:cxnLst/>
                    <a:rect l="l" t="t" r="r" b="b"/>
                    <a:pathLst>
                      <a:path w="202501" h="212216" extrusionOk="0">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935" name="Google Shape;935;p28"/>
              <p:cNvSpPr/>
              <p:nvPr/>
            </p:nvSpPr>
            <p:spPr>
              <a:xfrm>
                <a:off x="5401558" y="4012919"/>
                <a:ext cx="172878" cy="28080"/>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Table of contents</a:t>
            </a:r>
            <a:endParaRPr>
              <a:latin typeface="Roboto Medium" panose="020B0604020202020204" charset="0"/>
              <a:ea typeface="Roboto Medium" panose="020B0604020202020204" charset="0"/>
            </a:endParaRPr>
          </a:p>
        </p:txBody>
      </p:sp>
      <p:sp>
        <p:nvSpPr>
          <p:cNvPr id="950" name="Google Shape;950;p30"/>
          <p:cNvSpPr txBox="1">
            <a:spLocks noGrp="1"/>
          </p:cNvSpPr>
          <p:nvPr>
            <p:ph type="title" idx="2"/>
          </p:nvPr>
        </p:nvSpPr>
        <p:spPr>
          <a:xfrm>
            <a:off x="1100975" y="120337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01</a:t>
            </a:r>
            <a:endParaRPr>
              <a:latin typeface="Roboto Medium" panose="020B0604020202020204" charset="0"/>
              <a:ea typeface="Roboto Medium" panose="020B0604020202020204" charset="0"/>
            </a:endParaRPr>
          </a:p>
        </p:txBody>
      </p:sp>
      <p:sp>
        <p:nvSpPr>
          <p:cNvPr id="951" name="Google Shape;951;p30"/>
          <p:cNvSpPr txBox="1">
            <a:spLocks noGrp="1"/>
          </p:cNvSpPr>
          <p:nvPr>
            <p:ph type="title" idx="3"/>
          </p:nvPr>
        </p:nvSpPr>
        <p:spPr>
          <a:xfrm>
            <a:off x="1100975" y="278920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04</a:t>
            </a:r>
            <a:endParaRPr>
              <a:latin typeface="Roboto Medium" panose="020B0604020202020204" charset="0"/>
              <a:ea typeface="Roboto Medium" panose="020B0604020202020204" charset="0"/>
            </a:endParaRPr>
          </a:p>
        </p:txBody>
      </p:sp>
      <p:sp>
        <p:nvSpPr>
          <p:cNvPr id="952" name="Google Shape;952;p30"/>
          <p:cNvSpPr txBox="1">
            <a:spLocks noGrp="1"/>
          </p:cNvSpPr>
          <p:nvPr>
            <p:ph type="title" idx="4"/>
          </p:nvPr>
        </p:nvSpPr>
        <p:spPr>
          <a:xfrm>
            <a:off x="3419250" y="120337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02</a:t>
            </a:r>
            <a:endParaRPr>
              <a:latin typeface="Roboto Medium" panose="020B0604020202020204" charset="0"/>
              <a:ea typeface="Roboto Medium" panose="020B0604020202020204" charset="0"/>
            </a:endParaRPr>
          </a:p>
        </p:txBody>
      </p:sp>
      <p:sp>
        <p:nvSpPr>
          <p:cNvPr id="953" name="Google Shape;953;p30"/>
          <p:cNvSpPr txBox="1">
            <a:spLocks noGrp="1"/>
          </p:cNvSpPr>
          <p:nvPr>
            <p:ph type="title" idx="5"/>
          </p:nvPr>
        </p:nvSpPr>
        <p:spPr>
          <a:xfrm>
            <a:off x="3419250" y="278920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05</a:t>
            </a:r>
            <a:endParaRPr>
              <a:latin typeface="Roboto Medium" panose="020B0604020202020204" charset="0"/>
              <a:ea typeface="Roboto Medium" panose="020B0604020202020204" charset="0"/>
            </a:endParaRPr>
          </a:p>
        </p:txBody>
      </p:sp>
      <p:sp>
        <p:nvSpPr>
          <p:cNvPr id="954" name="Google Shape;954;p30"/>
          <p:cNvSpPr txBox="1">
            <a:spLocks noGrp="1"/>
          </p:cNvSpPr>
          <p:nvPr>
            <p:ph type="title" idx="6"/>
          </p:nvPr>
        </p:nvSpPr>
        <p:spPr>
          <a:xfrm>
            <a:off x="5737525" y="120337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03</a:t>
            </a:r>
            <a:endParaRPr>
              <a:latin typeface="Roboto Medium" panose="020B0604020202020204" charset="0"/>
              <a:ea typeface="Roboto Medium" panose="020B0604020202020204" charset="0"/>
            </a:endParaRPr>
          </a:p>
        </p:txBody>
      </p:sp>
      <p:sp>
        <p:nvSpPr>
          <p:cNvPr id="955" name="Google Shape;955;p30"/>
          <p:cNvSpPr txBox="1">
            <a:spLocks noGrp="1"/>
          </p:cNvSpPr>
          <p:nvPr>
            <p:ph type="title" idx="7"/>
          </p:nvPr>
        </p:nvSpPr>
        <p:spPr>
          <a:xfrm>
            <a:off x="5737525" y="2789203"/>
            <a:ext cx="7347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06</a:t>
            </a:r>
            <a:endParaRPr>
              <a:latin typeface="Roboto Medium" panose="020B0604020202020204" charset="0"/>
              <a:ea typeface="Roboto Medium" panose="020B0604020202020204" charset="0"/>
            </a:endParaRPr>
          </a:p>
        </p:txBody>
      </p:sp>
      <p:sp>
        <p:nvSpPr>
          <p:cNvPr id="956" name="Google Shape;956;p30"/>
          <p:cNvSpPr txBox="1">
            <a:spLocks noGrp="1"/>
          </p:cNvSpPr>
          <p:nvPr>
            <p:ph type="subTitle" idx="1"/>
          </p:nvPr>
        </p:nvSpPr>
        <p:spPr>
          <a:xfrm>
            <a:off x="1100975" y="1912475"/>
            <a:ext cx="2305500" cy="750900"/>
          </a:xfrm>
          <a:prstGeom prst="rect">
            <a:avLst/>
          </a:prstGeom>
        </p:spPr>
        <p:txBody>
          <a:bodyPr spcFirstLastPara="1" wrap="square" lIns="91425" tIns="91425" rIns="91425" bIns="91425" anchor="t" anchorCtr="0">
            <a:noAutofit/>
          </a:bodyPr>
          <a:lstStyle/>
          <a:p>
            <a:pPr marL="0" lvl="0" indent="0"/>
            <a:r>
              <a:rPr lang="en-GB">
                <a:latin typeface="Roboto Medium" panose="020B0604020202020204" charset="0"/>
                <a:ea typeface="Roboto Medium" panose="020B0604020202020204" charset="0"/>
              </a:rPr>
              <a:t>What is an Application Server?</a:t>
            </a:r>
            <a:endParaRPr>
              <a:latin typeface="Roboto Medium" panose="020B0604020202020204" charset="0"/>
              <a:ea typeface="Roboto Medium" panose="020B0604020202020204" charset="0"/>
            </a:endParaRPr>
          </a:p>
        </p:txBody>
      </p:sp>
      <p:sp>
        <p:nvSpPr>
          <p:cNvPr id="957" name="Google Shape;957;p30"/>
          <p:cNvSpPr txBox="1">
            <a:spLocks noGrp="1"/>
          </p:cNvSpPr>
          <p:nvPr>
            <p:ph type="subTitle" idx="8"/>
          </p:nvPr>
        </p:nvSpPr>
        <p:spPr>
          <a:xfrm>
            <a:off x="3419250" y="1912475"/>
            <a:ext cx="2305500" cy="750900"/>
          </a:xfrm>
          <a:prstGeom prst="rect">
            <a:avLst/>
          </a:prstGeom>
        </p:spPr>
        <p:txBody>
          <a:bodyPr spcFirstLastPara="1" wrap="square" lIns="91425" tIns="91425" rIns="91425" bIns="91425" anchor="t" anchorCtr="0">
            <a:noAutofit/>
          </a:bodyPr>
          <a:lstStyle/>
          <a:p>
            <a:pPr marL="0" lvl="0" indent="0"/>
            <a:r>
              <a:rPr lang="en-US">
                <a:latin typeface="Roboto Medium" panose="020B0604020202020204" charset="0"/>
                <a:ea typeface="Roboto Medium" panose="020B0604020202020204" charset="0"/>
              </a:rPr>
              <a:t>Architecture &amp; Key Components</a:t>
            </a:r>
            <a:endParaRPr>
              <a:latin typeface="Roboto Medium" panose="020B0604020202020204" charset="0"/>
              <a:ea typeface="Roboto Medium" panose="020B0604020202020204" charset="0"/>
            </a:endParaRPr>
          </a:p>
        </p:txBody>
      </p:sp>
      <p:sp>
        <p:nvSpPr>
          <p:cNvPr id="958" name="Google Shape;958;p30"/>
          <p:cNvSpPr txBox="1">
            <a:spLocks noGrp="1"/>
          </p:cNvSpPr>
          <p:nvPr>
            <p:ph type="subTitle" idx="9"/>
          </p:nvPr>
        </p:nvSpPr>
        <p:spPr>
          <a:xfrm>
            <a:off x="5737525" y="1912475"/>
            <a:ext cx="2305500" cy="750900"/>
          </a:xfrm>
          <a:prstGeom prst="rect">
            <a:avLst/>
          </a:prstGeom>
        </p:spPr>
        <p:txBody>
          <a:bodyPr spcFirstLastPara="1" wrap="square" lIns="91425" tIns="91425" rIns="91425" bIns="91425" anchor="t" anchorCtr="0">
            <a:noAutofit/>
          </a:bodyPr>
          <a:lstStyle/>
          <a:p>
            <a:pPr marL="0" lvl="0" indent="0"/>
            <a:r>
              <a:rPr lang="en-US">
                <a:latin typeface="Roboto Medium" panose="020B0604020202020204" charset="0"/>
                <a:ea typeface="Roboto Medium" panose="020B0604020202020204" charset="0"/>
              </a:rPr>
              <a:t>How It Works</a:t>
            </a:r>
            <a:endParaRPr>
              <a:latin typeface="Roboto Medium" panose="020B0604020202020204" charset="0"/>
              <a:ea typeface="Roboto Medium" panose="020B0604020202020204" charset="0"/>
            </a:endParaRPr>
          </a:p>
        </p:txBody>
      </p:sp>
      <p:sp>
        <p:nvSpPr>
          <p:cNvPr id="959" name="Google Shape;959;p30"/>
          <p:cNvSpPr txBox="1">
            <a:spLocks noGrp="1"/>
          </p:cNvSpPr>
          <p:nvPr>
            <p:ph type="subTitle" idx="13"/>
          </p:nvPr>
        </p:nvSpPr>
        <p:spPr>
          <a:xfrm>
            <a:off x="1100975" y="3498350"/>
            <a:ext cx="2305500" cy="750900"/>
          </a:xfrm>
          <a:prstGeom prst="rect">
            <a:avLst/>
          </a:prstGeom>
        </p:spPr>
        <p:txBody>
          <a:bodyPr spcFirstLastPara="1" wrap="square" lIns="91425" tIns="91425" rIns="91425" bIns="91425" anchor="t" anchorCtr="0">
            <a:noAutofit/>
          </a:bodyPr>
          <a:lstStyle/>
          <a:p>
            <a:pPr marL="0" lvl="0" indent="0"/>
            <a:r>
              <a:rPr lang="en-US">
                <a:latin typeface="Roboto Medium" panose="020B0604020202020204" charset="0"/>
                <a:ea typeface="Roboto Medium" panose="020B0604020202020204" charset="0"/>
              </a:rPr>
              <a:t>Why It Matters</a:t>
            </a:r>
            <a:endParaRPr>
              <a:latin typeface="Roboto Medium" panose="020B0604020202020204" charset="0"/>
              <a:ea typeface="Roboto Medium" panose="020B0604020202020204" charset="0"/>
            </a:endParaRPr>
          </a:p>
        </p:txBody>
      </p:sp>
      <p:sp>
        <p:nvSpPr>
          <p:cNvPr id="960" name="Google Shape;960;p30"/>
          <p:cNvSpPr txBox="1">
            <a:spLocks noGrp="1"/>
          </p:cNvSpPr>
          <p:nvPr>
            <p:ph type="subTitle" idx="14"/>
          </p:nvPr>
        </p:nvSpPr>
        <p:spPr>
          <a:xfrm>
            <a:off x="3419250" y="3498350"/>
            <a:ext cx="2305500" cy="750900"/>
          </a:xfrm>
          <a:prstGeom prst="rect">
            <a:avLst/>
          </a:prstGeom>
        </p:spPr>
        <p:txBody>
          <a:bodyPr spcFirstLastPara="1" wrap="square" lIns="91425" tIns="91425" rIns="91425" bIns="91425" anchor="t" anchorCtr="0">
            <a:noAutofit/>
          </a:bodyPr>
          <a:lstStyle/>
          <a:p>
            <a:pPr marL="0" lvl="0" indent="0"/>
            <a:r>
              <a:rPr lang="en-US">
                <a:latin typeface="Roboto Medium" panose="020B0604020202020204" charset="0"/>
                <a:ea typeface="Roboto Medium" panose="020B0604020202020204" charset="0"/>
              </a:rPr>
              <a:t>Examples</a:t>
            </a:r>
            <a:endParaRPr>
              <a:latin typeface="Roboto Medium" panose="020B0604020202020204" charset="0"/>
              <a:ea typeface="Roboto Medium" panose="020B0604020202020204" charset="0"/>
            </a:endParaRPr>
          </a:p>
        </p:txBody>
      </p:sp>
      <p:sp>
        <p:nvSpPr>
          <p:cNvPr id="961" name="Google Shape;961;p30"/>
          <p:cNvSpPr txBox="1">
            <a:spLocks noGrp="1"/>
          </p:cNvSpPr>
          <p:nvPr>
            <p:ph type="subTitle" idx="15"/>
          </p:nvPr>
        </p:nvSpPr>
        <p:spPr>
          <a:xfrm>
            <a:off x="5737525" y="3498350"/>
            <a:ext cx="2305500" cy="750900"/>
          </a:xfrm>
          <a:prstGeom prst="rect">
            <a:avLst/>
          </a:prstGeom>
        </p:spPr>
        <p:txBody>
          <a:bodyPr spcFirstLastPara="1" wrap="square" lIns="91425" tIns="91425" rIns="91425" bIns="91425" anchor="t" anchorCtr="0">
            <a:noAutofit/>
          </a:bodyPr>
          <a:lstStyle/>
          <a:p>
            <a:pPr marL="0" lvl="0" indent="0"/>
            <a:r>
              <a:rPr lang="en-US">
                <a:latin typeface="Roboto Medium" panose="020B0604020202020204" charset="0"/>
                <a:ea typeface="Roboto Medium" panose="020B0604020202020204" charset="0"/>
              </a:rPr>
              <a:t>Summary</a:t>
            </a:r>
            <a:endParaRPr>
              <a:latin typeface="Roboto Medium" panose="020B0604020202020204" charset="0"/>
              <a:ea typeface="Roboto Medium" panose="020B060402020202020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31"/>
          <p:cNvSpPr/>
          <p:nvPr/>
        </p:nvSpPr>
        <p:spPr>
          <a:xfrm rot="4500170">
            <a:off x="4600402" y="7400"/>
            <a:ext cx="5575737" cy="486727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1"/>
          <p:cNvSpPr txBox="1">
            <a:spLocks noGrp="1"/>
          </p:cNvSpPr>
          <p:nvPr>
            <p:ph type="title"/>
          </p:nvPr>
        </p:nvSpPr>
        <p:spPr>
          <a:xfrm>
            <a:off x="811974" y="1032900"/>
            <a:ext cx="4230073" cy="1006800"/>
          </a:xfrm>
          <a:prstGeom prst="rect">
            <a:avLst/>
          </a:prstGeom>
        </p:spPr>
        <p:txBody>
          <a:bodyPr spcFirstLastPara="1" wrap="square" lIns="91425" tIns="91425" rIns="91425" bIns="91425" anchor="b" anchorCtr="0">
            <a:noAutofit/>
          </a:bodyPr>
          <a:lstStyle/>
          <a:p>
            <a:pPr marL="0" lvl="0" indent="0"/>
            <a:r>
              <a:rPr lang="en-GB">
                <a:latin typeface="Roboto Medium" panose="020B0604020202020204" charset="0"/>
                <a:ea typeface="Roboto Medium" panose="020B0604020202020204" charset="0"/>
              </a:rPr>
              <a:t>What is an Application Server?</a:t>
            </a:r>
            <a:endParaRPr lang="en-GB">
              <a:latin typeface="Roboto Medium" panose="020B0604020202020204" charset="0"/>
              <a:ea typeface="Roboto Medium" panose="020B0604020202020204" charset="0"/>
            </a:endParaRPr>
          </a:p>
        </p:txBody>
      </p:sp>
      <p:sp>
        <p:nvSpPr>
          <p:cNvPr id="968" name="Google Shape;968;p31"/>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p>
            <a:pPr marL="0" lvl="0" indent="0">
              <a:buNone/>
            </a:pPr>
            <a:r>
              <a:rPr lang="en-GB">
                <a:latin typeface="Arial (Body)"/>
              </a:rPr>
              <a:t>A software platform that hosts, runs, and manages applications, acting as a middle layer between clients (e.g., browsers) and backend systems (e.g</a:t>
            </a:r>
            <a:r>
              <a:rPr lang="en-GB">
                <a:latin typeface="Arial (Body)"/>
              </a:rPr>
              <a:t>., </a:t>
            </a:r>
            <a:r>
              <a:rPr lang="en-GB" smtClean="0">
                <a:latin typeface="Arial (Body)"/>
              </a:rPr>
              <a:t>databases, handling business logic and data flow)</a:t>
            </a:r>
            <a:r>
              <a:rPr lang="en" smtClean="0">
                <a:latin typeface="Arial (Body)"/>
              </a:rPr>
              <a:t>:</a:t>
            </a:r>
            <a:endParaRPr smtClean="0">
              <a:latin typeface="Arial (Body)"/>
            </a:endParaRPr>
          </a:p>
          <a:p>
            <a:pPr lvl="0"/>
            <a:r>
              <a:rPr lang="en-GB">
                <a:latin typeface="Arial (Body)"/>
              </a:rPr>
              <a:t>Processes business logic, handles requests, and delivers responses for web or enterprise apps.</a:t>
            </a:r>
            <a:endParaRPr smtClean="0">
              <a:latin typeface="Arial (Body)"/>
            </a:endParaRPr>
          </a:p>
          <a:p>
            <a:pPr lvl="0"/>
            <a:r>
              <a:rPr lang="en-GB">
                <a:latin typeface="Arial (Body)"/>
              </a:rPr>
              <a:t>Not a web server (serves static content) or database server (stores </a:t>
            </a:r>
            <a:r>
              <a:rPr lang="en-GB">
                <a:latin typeface="Arial (Body)"/>
              </a:rPr>
              <a:t>data</a:t>
            </a:r>
            <a:r>
              <a:rPr lang="en-GB" smtClean="0">
                <a:latin typeface="Arial (Body)"/>
              </a:rPr>
              <a:t>).</a:t>
            </a:r>
            <a:endParaRPr>
              <a:latin typeface="Arial (Body)"/>
            </a:endParaRPr>
          </a:p>
        </p:txBody>
      </p:sp>
      <p:pic>
        <p:nvPicPr>
          <p:cNvPr id="4" name="Picture Placeholder 3"/>
          <p:cNvPicPr>
            <a:picLocks noGrp="1" noChangeAspect="1"/>
          </p:cNvPicPr>
          <p:nvPr>
            <p:ph type="pic" idx="2"/>
          </p:nvPr>
        </p:nvPicPr>
        <p:blipFill>
          <a:blip r:embed="rId3">
            <a:extLst>
              <a:ext uri="{28A0092B-C50C-407E-A947-70E740481C1C}">
                <a14:useLocalDpi xmlns:a14="http://schemas.microsoft.com/office/drawing/2010/main" val="0"/>
              </a:ext>
            </a:extLst>
          </a:blip>
          <a:stretch>
            <a:fillRect/>
          </a:stretch>
        </p:blipFill>
        <p:spPr>
          <a:xfrm>
            <a:off x="5668975" y="1741730"/>
            <a:ext cx="2990400" cy="1660040"/>
          </a:xfr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10" name="Google Shape;1110;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a:latin typeface="Roboto Medium" panose="020B0604020202020204" charset="0"/>
                <a:ea typeface="Roboto Medium" panose="020B0604020202020204" charset="0"/>
              </a:rPr>
              <a:t>Architecture &amp; Key Components</a:t>
            </a:r>
            <a:endParaRPr>
              <a:latin typeface="Roboto Medium" panose="020B0604020202020204" charset="0"/>
              <a:ea typeface="Roboto Medium" panose="020B0604020202020204" charset="0"/>
            </a:endParaRPr>
          </a:p>
        </p:txBody>
      </p:sp>
      <p:sp>
        <p:nvSpPr>
          <p:cNvPr id="1112" name="Google Shape;1112;p34"/>
          <p:cNvSpPr txBox="1">
            <a:spLocks noGrp="1"/>
          </p:cNvSpPr>
          <p:nvPr>
            <p:ph type="subTitle" idx="2"/>
          </p:nvPr>
        </p:nvSpPr>
        <p:spPr>
          <a:xfrm>
            <a:off x="720000" y="1817305"/>
            <a:ext cx="8125844" cy="1167942"/>
          </a:xfrm>
          <a:prstGeom prst="rect">
            <a:avLst/>
          </a:prstGeom>
        </p:spPr>
        <p:txBody>
          <a:bodyPr spcFirstLastPara="1" wrap="square" lIns="91425" tIns="91425" rIns="91425" bIns="91425" anchor="t" anchorCtr="0">
            <a:noAutofit/>
          </a:bodyPr>
          <a:lstStyle/>
          <a:p>
            <a:pPr marL="0" lvl="0" indent="0"/>
            <a:r>
              <a:rPr lang="en-GB" b="1">
                <a:latin typeface="Arial (Body)"/>
              </a:rPr>
              <a:t>Tier 1 – Web Server</a:t>
            </a:r>
            <a:r>
              <a:rPr lang="en-GB">
                <a:latin typeface="Arial (Body)"/>
              </a:rPr>
              <a:t>: Receives HTTP </a:t>
            </a:r>
            <a:r>
              <a:rPr lang="en-GB">
                <a:latin typeface="Arial (Body)"/>
              </a:rPr>
              <a:t>requests</a:t>
            </a:r>
            <a:r>
              <a:rPr lang="en-GB" smtClean="0">
                <a:latin typeface="Arial (Body)"/>
              </a:rPr>
              <a:t>.</a:t>
            </a:r>
          </a:p>
          <a:p>
            <a:pPr marL="0" lvl="0" indent="0"/>
            <a:r>
              <a:rPr lang="en-US" b="1">
                <a:latin typeface="Arial (Body)"/>
              </a:rPr>
              <a:t>Tier 2 – Application Server</a:t>
            </a:r>
            <a:r>
              <a:rPr lang="en-US">
                <a:latin typeface="Arial (Body)"/>
              </a:rPr>
              <a:t>: Processes logic &amp; business </a:t>
            </a:r>
            <a:r>
              <a:rPr lang="en-US">
                <a:latin typeface="Arial (Body)"/>
              </a:rPr>
              <a:t>rules</a:t>
            </a:r>
            <a:r>
              <a:rPr lang="en-US" smtClean="0">
                <a:latin typeface="Arial (Body)"/>
              </a:rPr>
              <a:t>.</a:t>
            </a:r>
          </a:p>
          <a:p>
            <a:pPr marL="0" lvl="0" indent="0"/>
            <a:r>
              <a:rPr lang="pt-BR" b="1">
                <a:latin typeface="Arial (Body)"/>
              </a:rPr>
              <a:t>Database Server</a:t>
            </a:r>
            <a:r>
              <a:rPr lang="pt-BR">
                <a:latin typeface="Arial (Body)"/>
              </a:rPr>
              <a:t>: Executes database queries</a:t>
            </a:r>
            <a:endParaRPr>
              <a:latin typeface="Arial (Body)"/>
            </a:endParaRPr>
          </a:p>
        </p:txBody>
      </p:sp>
      <p:sp>
        <p:nvSpPr>
          <p:cNvPr id="1113" name="Google Shape;1113;p34"/>
          <p:cNvSpPr txBox="1">
            <a:spLocks noGrp="1"/>
          </p:cNvSpPr>
          <p:nvPr>
            <p:ph type="subTitle" idx="3"/>
          </p:nvPr>
        </p:nvSpPr>
        <p:spPr>
          <a:xfrm>
            <a:off x="720011" y="1180931"/>
            <a:ext cx="3384300" cy="572700"/>
          </a:xfrm>
          <a:prstGeom prst="rect">
            <a:avLst/>
          </a:prstGeom>
        </p:spPr>
        <p:txBody>
          <a:bodyPr spcFirstLastPara="1" wrap="square" lIns="91425" tIns="91425" rIns="91425" bIns="91425" anchor="b" anchorCtr="0">
            <a:noAutofit/>
          </a:bodyPr>
          <a:lstStyle/>
          <a:p>
            <a:pPr marL="0" lvl="0" indent="0"/>
            <a:r>
              <a:rPr lang="en-US">
                <a:latin typeface="Arial (Body)"/>
              </a:rPr>
              <a:t>Three-Tier Architecture</a:t>
            </a:r>
            <a:endParaRPr>
              <a:latin typeface="Arial (Body)"/>
            </a:endParaRPr>
          </a:p>
        </p:txBody>
      </p:sp>
      <p:grpSp>
        <p:nvGrpSpPr>
          <p:cNvPr id="1114" name="Google Shape;1114;p34"/>
          <p:cNvGrpSpPr/>
          <p:nvPr/>
        </p:nvGrpSpPr>
        <p:grpSpPr>
          <a:xfrm>
            <a:off x="7658533" y="701383"/>
            <a:ext cx="1187311" cy="624971"/>
            <a:chOff x="3859815" y="2867310"/>
            <a:chExt cx="1262157" cy="664368"/>
          </a:xfrm>
        </p:grpSpPr>
        <p:sp>
          <p:nvSpPr>
            <p:cNvPr id="1115" name="Google Shape;1115;p34"/>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p:cNvGrpSpPr/>
            <p:nvPr/>
          </p:nvGrpSpPr>
          <p:grpSpPr>
            <a:xfrm>
              <a:off x="4275677" y="3065525"/>
              <a:ext cx="334517" cy="380047"/>
              <a:chOff x="4275677" y="3065525"/>
              <a:chExt cx="334517" cy="380047"/>
            </a:xfrm>
          </p:grpSpPr>
          <p:grpSp>
            <p:nvGrpSpPr>
              <p:cNvPr id="1117" name="Google Shape;1117;p34"/>
              <p:cNvGrpSpPr/>
              <p:nvPr/>
            </p:nvGrpSpPr>
            <p:grpSpPr>
              <a:xfrm>
                <a:off x="4275677" y="3065525"/>
                <a:ext cx="334517" cy="380047"/>
                <a:chOff x="4275677" y="3065525"/>
                <a:chExt cx="334517" cy="380047"/>
              </a:xfrm>
            </p:grpSpPr>
            <p:grpSp>
              <p:nvGrpSpPr>
                <p:cNvPr id="1118" name="Google Shape;1118;p34"/>
                <p:cNvGrpSpPr/>
                <p:nvPr/>
              </p:nvGrpSpPr>
              <p:grpSpPr>
                <a:xfrm>
                  <a:off x="4275677" y="3301269"/>
                  <a:ext cx="334422" cy="144303"/>
                  <a:chOff x="4275677" y="3301269"/>
                  <a:chExt cx="334422" cy="144303"/>
                </a:xfrm>
              </p:grpSpPr>
              <p:sp>
                <p:nvSpPr>
                  <p:cNvPr id="1119" name="Google Shape;1119;p34"/>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p:cNvGrpSpPr/>
                <p:nvPr/>
              </p:nvGrpSpPr>
              <p:grpSpPr>
                <a:xfrm>
                  <a:off x="4275677" y="3183350"/>
                  <a:ext cx="334422" cy="144302"/>
                  <a:chOff x="4275677" y="3183350"/>
                  <a:chExt cx="334422" cy="144302"/>
                </a:xfrm>
              </p:grpSpPr>
              <p:sp>
                <p:nvSpPr>
                  <p:cNvPr id="1122" name="Google Shape;1122;p34"/>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p:cNvGrpSpPr/>
                <p:nvPr/>
              </p:nvGrpSpPr>
              <p:grpSpPr>
                <a:xfrm>
                  <a:off x="4275677" y="3065525"/>
                  <a:ext cx="334517" cy="144303"/>
                  <a:chOff x="4275677" y="3065525"/>
                  <a:chExt cx="334517" cy="144303"/>
                </a:xfrm>
              </p:grpSpPr>
              <p:sp>
                <p:nvSpPr>
                  <p:cNvPr id="1125" name="Google Shape;1125;p34"/>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1237" y="2985247"/>
            <a:ext cx="3996079" cy="1752947"/>
          </a:xfrm>
          <a:prstGeom prst="rect">
            <a:avLst/>
          </a:prstGeom>
        </p:spPr>
      </p:pic>
    </p:spTree>
    <p:extLst>
      <p:ext uri="{BB962C8B-B14F-4D97-AF65-F5344CB8AC3E}">
        <p14:creationId xmlns:p14="http://schemas.microsoft.com/office/powerpoint/2010/main" val="40090594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34"/>
          <p:cNvSpPr txBox="1">
            <a:spLocks noGrp="1"/>
          </p:cNvSpPr>
          <p:nvPr>
            <p:ph type="subTitle" idx="4"/>
          </p:nvPr>
        </p:nvSpPr>
        <p:spPr>
          <a:xfrm>
            <a:off x="720000" y="1182385"/>
            <a:ext cx="6982925" cy="427277"/>
          </a:xfrm>
          <a:prstGeom prst="rect">
            <a:avLst/>
          </a:prstGeom>
        </p:spPr>
        <p:txBody>
          <a:bodyPr spcFirstLastPara="1" wrap="square" lIns="91425" tIns="91425" rIns="91425" bIns="91425" anchor="b" anchorCtr="0">
            <a:noAutofit/>
          </a:bodyPr>
          <a:lstStyle/>
          <a:p>
            <a:pPr marL="0" lvl="0" indent="0"/>
            <a:r>
              <a:rPr lang="en-GB">
                <a:latin typeface="Arial (Body)"/>
              </a:rPr>
              <a:t>Internal Architecture of an Application Server</a:t>
            </a:r>
            <a:endParaRPr>
              <a:latin typeface="Arial (Body)"/>
            </a:endParaRPr>
          </a:p>
        </p:txBody>
      </p:sp>
      <p:sp>
        <p:nvSpPr>
          <p:cNvPr id="1110" name="Google Shape;1110;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mtClean="0">
                <a:latin typeface="Roboto Medium" panose="020B0604020202020204" charset="0"/>
                <a:ea typeface="Roboto Medium" panose="020B0604020202020204" charset="0"/>
              </a:rPr>
              <a:t>Architecture</a:t>
            </a:r>
            <a:endParaRPr>
              <a:latin typeface="Roboto Medium" panose="020B0604020202020204" charset="0"/>
              <a:ea typeface="Roboto Medium" panose="020B0604020202020204" charset="0"/>
            </a:endParaRPr>
          </a:p>
        </p:txBody>
      </p:sp>
      <p:sp>
        <p:nvSpPr>
          <p:cNvPr id="1111" name="Google Shape;1111;p34"/>
          <p:cNvSpPr txBox="1">
            <a:spLocks noGrp="1"/>
          </p:cNvSpPr>
          <p:nvPr>
            <p:ph type="subTitle" idx="1"/>
          </p:nvPr>
        </p:nvSpPr>
        <p:spPr>
          <a:xfrm>
            <a:off x="720000" y="1589910"/>
            <a:ext cx="8125844" cy="1424675"/>
          </a:xfrm>
          <a:prstGeom prst="rect">
            <a:avLst/>
          </a:prstGeom>
        </p:spPr>
        <p:txBody>
          <a:bodyPr spcFirstLastPara="1" wrap="square" lIns="91425" tIns="91425" rIns="91425" bIns="91425" anchor="t" anchorCtr="0">
            <a:noAutofit/>
          </a:bodyPr>
          <a:lstStyle/>
          <a:p>
            <a:pPr marL="0" lvl="0" indent="0"/>
            <a:r>
              <a:rPr lang="en-GB" b="1">
                <a:latin typeface="+mn-lt"/>
              </a:rPr>
              <a:t>Containers</a:t>
            </a:r>
            <a:r>
              <a:rPr lang="en-GB">
                <a:latin typeface="+mn-lt"/>
              </a:rPr>
              <a:t> - A container is a runtime environment that provides services such as security and transaction management to J2EE </a:t>
            </a:r>
            <a:r>
              <a:rPr lang="en-GB">
                <a:latin typeface="+mn-lt"/>
              </a:rPr>
              <a:t>components</a:t>
            </a:r>
            <a:r>
              <a:rPr lang="en-GB" smtClean="0">
                <a:latin typeface="+mn-lt"/>
              </a:rPr>
              <a:t>.</a:t>
            </a:r>
          </a:p>
          <a:p>
            <a:pPr marL="0" lvl="0" indent="0"/>
            <a:r>
              <a:rPr lang="en-GB" b="1">
                <a:latin typeface="+mn-lt"/>
              </a:rPr>
              <a:t>Client </a:t>
            </a:r>
            <a:r>
              <a:rPr lang="en-GB" b="1" smtClean="0">
                <a:latin typeface="+mn-lt"/>
              </a:rPr>
              <a:t>Access</a:t>
            </a:r>
            <a:r>
              <a:rPr lang="en-GB" smtClean="0">
                <a:latin typeface="+mn-lt"/>
              </a:rPr>
              <a:t>:</a:t>
            </a:r>
          </a:p>
          <a:p>
            <a:pPr marL="171450" lvl="0" indent="-171450">
              <a:buFont typeface="Arial" panose="020B0604020202020204" pitchFamily="34" charset="0"/>
              <a:buChar char="•"/>
            </a:pPr>
            <a:r>
              <a:rPr lang="en-GB" smtClean="0">
                <a:latin typeface="+mn-lt"/>
              </a:rPr>
              <a:t>At </a:t>
            </a:r>
            <a:r>
              <a:rPr lang="en-GB">
                <a:latin typeface="+mn-lt"/>
              </a:rPr>
              <a:t>runtime, browser clients access Web applications by communicating with the Web server </a:t>
            </a:r>
            <a:r>
              <a:rPr lang="en-GB">
                <a:latin typeface="+mn-lt"/>
              </a:rPr>
              <a:t>via </a:t>
            </a:r>
            <a:r>
              <a:rPr lang="en-GB" smtClean="0">
                <a:latin typeface="+mn-lt"/>
              </a:rPr>
              <a:t>HTTP(s), </a:t>
            </a:r>
            <a:r>
              <a:rPr lang="en-GB">
                <a:latin typeface="+mn-lt"/>
              </a:rPr>
              <a:t>the protocol used throughout the </a:t>
            </a:r>
            <a:r>
              <a:rPr lang="en-GB">
                <a:latin typeface="+mn-lt"/>
              </a:rPr>
              <a:t>internet</a:t>
            </a:r>
            <a:r>
              <a:rPr lang="en-GB" smtClean="0">
                <a:latin typeface="+mn-lt"/>
              </a:rPr>
              <a:t>.</a:t>
            </a:r>
          </a:p>
          <a:p>
            <a:pPr marL="171450" lvl="0" indent="-171450">
              <a:buFont typeface="Arial" panose="020B0604020202020204" pitchFamily="34" charset="0"/>
              <a:buChar char="•"/>
            </a:pPr>
            <a:r>
              <a:rPr lang="en-GB">
                <a:latin typeface="+mn-lt"/>
              </a:rPr>
              <a:t>Enterprise bean clients communicate with the Object Request Broker (ORB) through the IIOP or IIOP/SSL (secure) protocols.</a:t>
            </a:r>
            <a:endParaRPr lang="en-GB" smtClean="0">
              <a:latin typeface="+mn-lt"/>
            </a:endParaRPr>
          </a:p>
        </p:txBody>
      </p:sp>
      <p:grpSp>
        <p:nvGrpSpPr>
          <p:cNvPr id="1114" name="Google Shape;1114;p34"/>
          <p:cNvGrpSpPr/>
          <p:nvPr/>
        </p:nvGrpSpPr>
        <p:grpSpPr>
          <a:xfrm>
            <a:off x="7658533" y="701383"/>
            <a:ext cx="1187311" cy="624971"/>
            <a:chOff x="3859815" y="2867310"/>
            <a:chExt cx="1262157" cy="664368"/>
          </a:xfrm>
        </p:grpSpPr>
        <p:sp>
          <p:nvSpPr>
            <p:cNvPr id="1115" name="Google Shape;1115;p34"/>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p:cNvGrpSpPr/>
            <p:nvPr/>
          </p:nvGrpSpPr>
          <p:grpSpPr>
            <a:xfrm>
              <a:off x="4275677" y="3065525"/>
              <a:ext cx="334517" cy="380047"/>
              <a:chOff x="4275677" y="3065525"/>
              <a:chExt cx="334517" cy="380047"/>
            </a:xfrm>
          </p:grpSpPr>
          <p:grpSp>
            <p:nvGrpSpPr>
              <p:cNvPr id="1117" name="Google Shape;1117;p34"/>
              <p:cNvGrpSpPr/>
              <p:nvPr/>
            </p:nvGrpSpPr>
            <p:grpSpPr>
              <a:xfrm>
                <a:off x="4275677" y="3065525"/>
                <a:ext cx="334517" cy="380047"/>
                <a:chOff x="4275677" y="3065525"/>
                <a:chExt cx="334517" cy="380047"/>
              </a:xfrm>
            </p:grpSpPr>
            <p:grpSp>
              <p:nvGrpSpPr>
                <p:cNvPr id="1118" name="Google Shape;1118;p34"/>
                <p:cNvGrpSpPr/>
                <p:nvPr/>
              </p:nvGrpSpPr>
              <p:grpSpPr>
                <a:xfrm>
                  <a:off x="4275677" y="3301269"/>
                  <a:ext cx="334422" cy="144303"/>
                  <a:chOff x="4275677" y="3301269"/>
                  <a:chExt cx="334422" cy="144303"/>
                </a:xfrm>
              </p:grpSpPr>
              <p:sp>
                <p:nvSpPr>
                  <p:cNvPr id="1119" name="Google Shape;1119;p34"/>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p:cNvGrpSpPr/>
                <p:nvPr/>
              </p:nvGrpSpPr>
              <p:grpSpPr>
                <a:xfrm>
                  <a:off x="4275677" y="3183350"/>
                  <a:ext cx="334422" cy="144302"/>
                  <a:chOff x="4275677" y="3183350"/>
                  <a:chExt cx="334422" cy="144302"/>
                </a:xfrm>
              </p:grpSpPr>
              <p:sp>
                <p:nvSpPr>
                  <p:cNvPr id="1122" name="Google Shape;1122;p34"/>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p:cNvGrpSpPr/>
                <p:nvPr/>
              </p:nvGrpSpPr>
              <p:grpSpPr>
                <a:xfrm>
                  <a:off x="4275677" y="3065525"/>
                  <a:ext cx="334517" cy="144303"/>
                  <a:chOff x="4275677" y="3065525"/>
                  <a:chExt cx="334517" cy="144303"/>
                </a:xfrm>
              </p:grpSpPr>
              <p:sp>
                <p:nvSpPr>
                  <p:cNvPr id="1125" name="Google Shape;1125;p34"/>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9850" y="3014585"/>
            <a:ext cx="3384300" cy="2010877"/>
          </a:xfrm>
          <a:prstGeom prst="rect">
            <a:avLst/>
          </a:prstGeom>
        </p:spPr>
      </p:pic>
    </p:spTree>
    <p:extLst>
      <p:ext uri="{BB962C8B-B14F-4D97-AF65-F5344CB8AC3E}">
        <p14:creationId xmlns:p14="http://schemas.microsoft.com/office/powerpoint/2010/main" val="25090647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34"/>
          <p:cNvSpPr txBox="1">
            <a:spLocks noGrp="1"/>
          </p:cNvSpPr>
          <p:nvPr>
            <p:ph type="subTitle" idx="4"/>
          </p:nvPr>
        </p:nvSpPr>
        <p:spPr>
          <a:xfrm>
            <a:off x="720000" y="1182385"/>
            <a:ext cx="6982925" cy="427277"/>
          </a:xfrm>
          <a:prstGeom prst="rect">
            <a:avLst/>
          </a:prstGeom>
        </p:spPr>
        <p:txBody>
          <a:bodyPr spcFirstLastPara="1" wrap="square" lIns="91425" tIns="91425" rIns="91425" bIns="91425" anchor="b" anchorCtr="0">
            <a:noAutofit/>
          </a:bodyPr>
          <a:lstStyle/>
          <a:p>
            <a:pPr marL="0" lvl="0" indent="0"/>
            <a:r>
              <a:rPr lang="en-GB">
                <a:latin typeface="Arial (Body)"/>
              </a:rPr>
              <a:t>Internal Architecture of an Application Server</a:t>
            </a:r>
            <a:endParaRPr>
              <a:latin typeface="Arial (Body)"/>
            </a:endParaRPr>
          </a:p>
        </p:txBody>
      </p:sp>
      <p:sp>
        <p:nvSpPr>
          <p:cNvPr id="1110" name="Google Shape;1110;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smtClean="0">
                <a:latin typeface="Roboto Medium" panose="020B0604020202020204" charset="0"/>
                <a:ea typeface="Roboto Medium" panose="020B0604020202020204" charset="0"/>
              </a:rPr>
              <a:t>Architecture</a:t>
            </a:r>
            <a:endParaRPr>
              <a:latin typeface="Roboto Medium" panose="020B0604020202020204" charset="0"/>
              <a:ea typeface="Roboto Medium" panose="020B0604020202020204" charset="0"/>
            </a:endParaRPr>
          </a:p>
        </p:txBody>
      </p:sp>
      <p:sp>
        <p:nvSpPr>
          <p:cNvPr id="1111" name="Google Shape;1111;p34"/>
          <p:cNvSpPr txBox="1">
            <a:spLocks noGrp="1"/>
          </p:cNvSpPr>
          <p:nvPr>
            <p:ph type="subTitle" idx="1"/>
          </p:nvPr>
        </p:nvSpPr>
        <p:spPr>
          <a:xfrm>
            <a:off x="720000" y="1589911"/>
            <a:ext cx="8125844" cy="1424674"/>
          </a:xfrm>
          <a:prstGeom prst="rect">
            <a:avLst/>
          </a:prstGeom>
        </p:spPr>
        <p:txBody>
          <a:bodyPr spcFirstLastPara="1" wrap="square" lIns="91425" tIns="91425" rIns="91425" bIns="91425" anchor="t" anchorCtr="0">
            <a:noAutofit/>
          </a:bodyPr>
          <a:lstStyle/>
          <a:p>
            <a:pPr marL="0" lvl="0" indent="0"/>
            <a:r>
              <a:rPr lang="en-GB" b="1" smtClean="0">
                <a:latin typeface="+mn-lt"/>
              </a:rPr>
              <a:t>Web </a:t>
            </a:r>
            <a:r>
              <a:rPr lang="en-GB" b="1">
                <a:latin typeface="+mn-lt"/>
              </a:rPr>
              <a:t>Services</a:t>
            </a:r>
            <a:r>
              <a:rPr lang="en-GB">
                <a:latin typeface="+mn-lt"/>
              </a:rPr>
              <a:t> - On the J2EE platform, it is possible to deploy a Web application that provides a Web service implemented by Java API for XML-Based RPC (</a:t>
            </a:r>
            <a:r>
              <a:rPr lang="en-GB">
                <a:latin typeface="+mn-lt"/>
              </a:rPr>
              <a:t>JAX-RPC</a:t>
            </a:r>
            <a:r>
              <a:rPr lang="en-GB" smtClean="0">
                <a:latin typeface="+mn-lt"/>
              </a:rPr>
              <a:t>).</a:t>
            </a:r>
          </a:p>
          <a:p>
            <a:pPr marL="0" lvl="0" indent="0"/>
            <a:r>
              <a:rPr lang="en-GB" b="1">
                <a:latin typeface="+mn-lt"/>
              </a:rPr>
              <a:t>Services for Applications</a:t>
            </a:r>
            <a:r>
              <a:rPr lang="en-GB">
                <a:latin typeface="+mn-lt"/>
              </a:rPr>
              <a:t> - The J2EE platform was designed so that the containers provide services for </a:t>
            </a:r>
            <a:r>
              <a:rPr lang="en-GB">
                <a:latin typeface="+mn-lt"/>
              </a:rPr>
              <a:t>applications</a:t>
            </a:r>
            <a:r>
              <a:rPr lang="en-GB" smtClean="0">
                <a:latin typeface="+mn-lt"/>
              </a:rPr>
              <a:t>.</a:t>
            </a:r>
          </a:p>
          <a:p>
            <a:pPr marL="171450" lvl="0" indent="-171450">
              <a:buFont typeface="Arial" panose="020B0604020202020204" pitchFamily="34" charset="0"/>
              <a:buChar char="•"/>
            </a:pPr>
            <a:r>
              <a:rPr lang="en-GB">
                <a:latin typeface="+mn-lt"/>
              </a:rPr>
              <a:t>Naming - A naming and directory service binds objects to </a:t>
            </a:r>
            <a:r>
              <a:rPr lang="en-GB">
                <a:latin typeface="+mn-lt"/>
              </a:rPr>
              <a:t>names</a:t>
            </a:r>
            <a:r>
              <a:rPr lang="en-GB" smtClean="0">
                <a:latin typeface="+mn-lt"/>
              </a:rPr>
              <a:t>.</a:t>
            </a:r>
          </a:p>
          <a:p>
            <a:pPr marL="171450" lvl="0" indent="-171450">
              <a:buFont typeface="Arial" panose="020B0604020202020204" pitchFamily="34" charset="0"/>
              <a:buChar char="•"/>
            </a:pPr>
            <a:r>
              <a:rPr lang="en-GB">
                <a:latin typeface="+mn-lt"/>
              </a:rPr>
              <a:t>Security - The Java Authorization Contract for Containers (JACC) is a set of security contracts defined for the J2EE </a:t>
            </a:r>
            <a:r>
              <a:rPr lang="en-GB">
                <a:latin typeface="+mn-lt"/>
              </a:rPr>
              <a:t>containers</a:t>
            </a:r>
            <a:r>
              <a:rPr lang="en-GB" smtClean="0">
                <a:latin typeface="+mn-lt"/>
              </a:rPr>
              <a:t>.</a:t>
            </a:r>
          </a:p>
          <a:p>
            <a:pPr marL="0" lvl="0" indent="0"/>
            <a:r>
              <a:rPr lang="en-GB" b="1"/>
              <a:t>Transaction management</a:t>
            </a:r>
            <a:r>
              <a:rPr lang="en-GB"/>
              <a:t> - A transaction is an indivisible unit of work.</a:t>
            </a:r>
            <a:endParaRPr>
              <a:latin typeface="+mn-lt"/>
            </a:endParaRPr>
          </a:p>
        </p:txBody>
      </p:sp>
      <p:grpSp>
        <p:nvGrpSpPr>
          <p:cNvPr id="1114" name="Google Shape;1114;p34"/>
          <p:cNvGrpSpPr/>
          <p:nvPr/>
        </p:nvGrpSpPr>
        <p:grpSpPr>
          <a:xfrm>
            <a:off x="7658533" y="701383"/>
            <a:ext cx="1187311" cy="624971"/>
            <a:chOff x="3859815" y="2867310"/>
            <a:chExt cx="1262157" cy="664368"/>
          </a:xfrm>
        </p:grpSpPr>
        <p:sp>
          <p:nvSpPr>
            <p:cNvPr id="1115" name="Google Shape;1115;p34"/>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116" name="Google Shape;1116;p34"/>
            <p:cNvGrpSpPr/>
            <p:nvPr/>
          </p:nvGrpSpPr>
          <p:grpSpPr>
            <a:xfrm>
              <a:off x="4275677" y="3065525"/>
              <a:ext cx="334517" cy="380047"/>
              <a:chOff x="4275677" y="3065525"/>
              <a:chExt cx="334517" cy="380047"/>
            </a:xfrm>
          </p:grpSpPr>
          <p:grpSp>
            <p:nvGrpSpPr>
              <p:cNvPr id="1117" name="Google Shape;1117;p34"/>
              <p:cNvGrpSpPr/>
              <p:nvPr/>
            </p:nvGrpSpPr>
            <p:grpSpPr>
              <a:xfrm>
                <a:off x="4275677" y="3065525"/>
                <a:ext cx="334517" cy="380047"/>
                <a:chOff x="4275677" y="3065525"/>
                <a:chExt cx="334517" cy="380047"/>
              </a:xfrm>
            </p:grpSpPr>
            <p:grpSp>
              <p:nvGrpSpPr>
                <p:cNvPr id="1118" name="Google Shape;1118;p34"/>
                <p:cNvGrpSpPr/>
                <p:nvPr/>
              </p:nvGrpSpPr>
              <p:grpSpPr>
                <a:xfrm>
                  <a:off x="4275677" y="3301269"/>
                  <a:ext cx="334422" cy="144303"/>
                  <a:chOff x="4275677" y="3301269"/>
                  <a:chExt cx="334422" cy="144303"/>
                </a:xfrm>
              </p:grpSpPr>
              <p:sp>
                <p:nvSpPr>
                  <p:cNvPr id="1119" name="Google Shape;1119;p34"/>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0" name="Google Shape;1120;p34"/>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1" name="Google Shape;1121;p34"/>
                <p:cNvGrpSpPr/>
                <p:nvPr/>
              </p:nvGrpSpPr>
              <p:grpSpPr>
                <a:xfrm>
                  <a:off x="4275677" y="3183350"/>
                  <a:ext cx="334422" cy="144302"/>
                  <a:chOff x="4275677" y="3183350"/>
                  <a:chExt cx="334422" cy="144302"/>
                </a:xfrm>
              </p:grpSpPr>
              <p:sp>
                <p:nvSpPr>
                  <p:cNvPr id="1122" name="Google Shape;1122;p34"/>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3" name="Google Shape;1123;p34"/>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124" name="Google Shape;1124;p34"/>
                <p:cNvGrpSpPr/>
                <p:nvPr/>
              </p:nvGrpSpPr>
              <p:grpSpPr>
                <a:xfrm>
                  <a:off x="4275677" y="3065525"/>
                  <a:ext cx="334517" cy="144303"/>
                  <a:chOff x="4275677" y="3065525"/>
                  <a:chExt cx="334517" cy="144303"/>
                </a:xfrm>
              </p:grpSpPr>
              <p:sp>
                <p:nvSpPr>
                  <p:cNvPr id="1125" name="Google Shape;1125;p34"/>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6" name="Google Shape;1126;p34"/>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127" name="Google Shape;1127;p34"/>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8" name="Google Shape;1128;p34"/>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9" name="Google Shape;1129;p34"/>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9850" y="3014585"/>
            <a:ext cx="3384300" cy="2010877"/>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GB">
                <a:latin typeface="Roboto Medium" panose="020B0604020202020204" charset="0"/>
                <a:ea typeface="Roboto Medium" panose="020B0604020202020204" charset="0"/>
              </a:rPr>
              <a:t>Core Features of an Application Server</a:t>
            </a:r>
            <a:endParaRPr>
              <a:latin typeface="Roboto Medium" panose="020B0604020202020204" charset="0"/>
              <a:ea typeface="Roboto Medium" panose="020B0604020202020204" charset="0"/>
            </a:endParaRPr>
          </a:p>
        </p:txBody>
      </p:sp>
      <p:sp>
        <p:nvSpPr>
          <p:cNvPr id="1159" name="Google Shape;1159;p37"/>
          <p:cNvSpPr txBox="1">
            <a:spLocks noGrp="1"/>
          </p:cNvSpPr>
          <p:nvPr>
            <p:ph type="subTitle" idx="1"/>
          </p:nvPr>
        </p:nvSpPr>
        <p:spPr>
          <a:xfrm>
            <a:off x="723900" y="1710151"/>
            <a:ext cx="2560864" cy="1105200"/>
          </a:xfrm>
          <a:prstGeom prst="rect">
            <a:avLst/>
          </a:prstGeom>
        </p:spPr>
        <p:txBody>
          <a:bodyPr spcFirstLastPara="1" wrap="square" lIns="91425" tIns="91425" rIns="91425" bIns="91425" anchor="t" anchorCtr="0">
            <a:noAutofit/>
          </a:bodyPr>
          <a:lstStyle/>
          <a:p>
            <a:pPr marL="0" lvl="0" indent="0"/>
            <a:r>
              <a:rPr lang="en-GB">
                <a:latin typeface="+mn-lt"/>
              </a:rPr>
              <a:t>The application server receives incoming client requests (typically HTTP), determines the appropriate handler (e.g., controller, servlet), and routes the request accordingly.</a:t>
            </a:r>
            <a:endParaRPr>
              <a:latin typeface="+mn-lt"/>
            </a:endParaRPr>
          </a:p>
        </p:txBody>
      </p:sp>
      <p:sp>
        <p:nvSpPr>
          <p:cNvPr id="1160" name="Google Shape;1160;p37"/>
          <p:cNvSpPr txBox="1">
            <a:spLocks noGrp="1"/>
          </p:cNvSpPr>
          <p:nvPr>
            <p:ph type="subTitle" idx="2"/>
          </p:nvPr>
        </p:nvSpPr>
        <p:spPr>
          <a:xfrm>
            <a:off x="3577144" y="1710161"/>
            <a:ext cx="1986000" cy="1105200"/>
          </a:xfrm>
          <a:prstGeom prst="rect">
            <a:avLst/>
          </a:prstGeom>
        </p:spPr>
        <p:txBody>
          <a:bodyPr spcFirstLastPara="1" wrap="square" lIns="91425" tIns="91425" rIns="91425" bIns="91425" anchor="t" anchorCtr="0">
            <a:noAutofit/>
          </a:bodyPr>
          <a:lstStyle/>
          <a:p>
            <a:pPr marL="0" lvl="0" indent="0"/>
            <a:r>
              <a:rPr lang="en-GB">
                <a:latin typeface="Arial (Body)"/>
              </a:rPr>
              <a:t>Efficient resource usage is achieved by maintaining pools of threads and database connections.</a:t>
            </a:r>
            <a:endParaRPr>
              <a:latin typeface="Arial (Body)"/>
            </a:endParaRPr>
          </a:p>
        </p:txBody>
      </p:sp>
      <p:sp>
        <p:nvSpPr>
          <p:cNvPr id="1161" name="Google Shape;1161;p37"/>
          <p:cNvSpPr txBox="1">
            <a:spLocks noGrp="1"/>
          </p:cNvSpPr>
          <p:nvPr>
            <p:ph type="subTitle" idx="3"/>
          </p:nvPr>
        </p:nvSpPr>
        <p:spPr>
          <a:xfrm>
            <a:off x="723900" y="3498800"/>
            <a:ext cx="1986000" cy="1105200"/>
          </a:xfrm>
          <a:prstGeom prst="rect">
            <a:avLst/>
          </a:prstGeom>
        </p:spPr>
        <p:txBody>
          <a:bodyPr spcFirstLastPara="1" wrap="square" lIns="91425" tIns="91425" rIns="91425" bIns="91425" anchor="t" anchorCtr="0">
            <a:noAutofit/>
          </a:bodyPr>
          <a:lstStyle/>
          <a:p>
            <a:pPr marL="0" lvl="0" indent="0"/>
            <a:r>
              <a:rPr lang="en-GB">
                <a:latin typeface="Arial (Body)"/>
              </a:rPr>
              <a:t>Security features include authentication, authorization, and secure communication.</a:t>
            </a:r>
            <a:endParaRPr>
              <a:latin typeface="Arial (Body)"/>
            </a:endParaRPr>
          </a:p>
        </p:txBody>
      </p:sp>
      <p:sp>
        <p:nvSpPr>
          <p:cNvPr id="1162" name="Google Shape;1162;p37"/>
          <p:cNvSpPr txBox="1">
            <a:spLocks noGrp="1"/>
          </p:cNvSpPr>
          <p:nvPr>
            <p:ph type="subTitle" idx="4"/>
          </p:nvPr>
        </p:nvSpPr>
        <p:spPr>
          <a:xfrm>
            <a:off x="3577144" y="3498800"/>
            <a:ext cx="1986000" cy="1105200"/>
          </a:xfrm>
          <a:prstGeom prst="rect">
            <a:avLst/>
          </a:prstGeom>
        </p:spPr>
        <p:txBody>
          <a:bodyPr spcFirstLastPara="1" wrap="square" lIns="91425" tIns="91425" rIns="91425" bIns="91425" anchor="t" anchorCtr="0">
            <a:noAutofit/>
          </a:bodyPr>
          <a:lstStyle/>
          <a:p>
            <a:pPr marL="0" lvl="0" indent="0"/>
            <a:r>
              <a:rPr lang="en-US">
                <a:latin typeface="Arial (Body)"/>
              </a:rPr>
              <a:t>Application servers maintain session state (e.g., user login sessions) between requests.</a:t>
            </a:r>
            <a:endParaRPr>
              <a:latin typeface="Arial (Body)"/>
            </a:endParaRPr>
          </a:p>
        </p:txBody>
      </p:sp>
      <p:sp>
        <p:nvSpPr>
          <p:cNvPr id="1163" name="Google Shape;1163;p37"/>
          <p:cNvSpPr txBox="1">
            <a:spLocks noGrp="1"/>
          </p:cNvSpPr>
          <p:nvPr>
            <p:ph type="subTitle" idx="7"/>
          </p:nvPr>
        </p:nvSpPr>
        <p:spPr>
          <a:xfrm>
            <a:off x="731699" y="1060275"/>
            <a:ext cx="2266681" cy="653100"/>
          </a:xfrm>
          <a:prstGeom prst="rect">
            <a:avLst/>
          </a:prstGeom>
        </p:spPr>
        <p:txBody>
          <a:bodyPr spcFirstLastPara="1" wrap="square" lIns="91425" tIns="91425" rIns="91425" bIns="91425" anchor="b" anchorCtr="0">
            <a:noAutofit/>
          </a:bodyPr>
          <a:lstStyle/>
          <a:p>
            <a:pPr marL="0" lvl="0" indent="0"/>
            <a:r>
              <a:rPr lang="en-US">
                <a:latin typeface="Arial (Body)"/>
              </a:rPr>
              <a:t>Request Routing &amp; Handling</a:t>
            </a:r>
            <a:endParaRPr>
              <a:latin typeface="Arial (Body)"/>
            </a:endParaRPr>
          </a:p>
        </p:txBody>
      </p:sp>
      <p:sp>
        <p:nvSpPr>
          <p:cNvPr id="1164" name="Google Shape;1164;p37"/>
          <p:cNvSpPr txBox="1">
            <a:spLocks noGrp="1"/>
          </p:cNvSpPr>
          <p:nvPr>
            <p:ph type="subTitle" idx="8"/>
          </p:nvPr>
        </p:nvSpPr>
        <p:spPr>
          <a:xfrm>
            <a:off x="3582994" y="1060284"/>
            <a:ext cx="2558914" cy="653100"/>
          </a:xfrm>
          <a:prstGeom prst="rect">
            <a:avLst/>
          </a:prstGeom>
        </p:spPr>
        <p:txBody>
          <a:bodyPr spcFirstLastPara="1" wrap="square" lIns="91425" tIns="91425" rIns="91425" bIns="91425" anchor="b" anchorCtr="0">
            <a:noAutofit/>
          </a:bodyPr>
          <a:lstStyle/>
          <a:p>
            <a:pPr marL="0" lvl="0" indent="0"/>
            <a:r>
              <a:rPr lang="en-US" smtClean="0">
                <a:latin typeface="Arial (Body)"/>
              </a:rPr>
              <a:t>Thread </a:t>
            </a:r>
            <a:r>
              <a:rPr lang="en-US">
                <a:latin typeface="Arial (Body)"/>
              </a:rPr>
              <a:t>&amp; </a:t>
            </a:r>
            <a:r>
              <a:rPr lang="en-US">
                <a:latin typeface="Arial (Body)"/>
              </a:rPr>
              <a:t>Connection </a:t>
            </a:r>
            <a:r>
              <a:rPr lang="en-US" smtClean="0">
                <a:latin typeface="Arial (Body)"/>
              </a:rPr>
              <a:t>Pooling</a:t>
            </a:r>
            <a:endParaRPr>
              <a:latin typeface="Arial (Body)"/>
            </a:endParaRPr>
          </a:p>
        </p:txBody>
      </p:sp>
      <p:sp>
        <p:nvSpPr>
          <p:cNvPr id="1165" name="Google Shape;1165;p37"/>
          <p:cNvSpPr txBox="1">
            <a:spLocks noGrp="1"/>
          </p:cNvSpPr>
          <p:nvPr>
            <p:ph type="subTitle" idx="9"/>
          </p:nvPr>
        </p:nvSpPr>
        <p:spPr>
          <a:xfrm>
            <a:off x="6434288" y="1060284"/>
            <a:ext cx="2270580" cy="653100"/>
          </a:xfrm>
          <a:prstGeom prst="rect">
            <a:avLst/>
          </a:prstGeom>
        </p:spPr>
        <p:txBody>
          <a:bodyPr spcFirstLastPara="1" wrap="square" lIns="91425" tIns="91425" rIns="91425" bIns="91425" anchor="b" anchorCtr="0">
            <a:noAutofit/>
          </a:bodyPr>
          <a:lstStyle/>
          <a:p>
            <a:pPr marL="0" lvl="0" indent="0"/>
            <a:r>
              <a:rPr lang="en-US">
                <a:latin typeface="Arial (Body)"/>
              </a:rPr>
              <a:t>Transaction Management (JTA)</a:t>
            </a:r>
            <a:endParaRPr>
              <a:latin typeface="Arial (Body)"/>
            </a:endParaRPr>
          </a:p>
        </p:txBody>
      </p:sp>
      <p:sp>
        <p:nvSpPr>
          <p:cNvPr id="1166" name="Google Shape;1166;p37"/>
          <p:cNvSpPr txBox="1">
            <a:spLocks noGrp="1"/>
          </p:cNvSpPr>
          <p:nvPr>
            <p:ph type="subTitle" idx="5"/>
          </p:nvPr>
        </p:nvSpPr>
        <p:spPr>
          <a:xfrm>
            <a:off x="6430388" y="1710161"/>
            <a:ext cx="2586020" cy="884183"/>
          </a:xfrm>
          <a:prstGeom prst="rect">
            <a:avLst/>
          </a:prstGeom>
        </p:spPr>
        <p:txBody>
          <a:bodyPr spcFirstLastPara="1" wrap="square" lIns="91425" tIns="91425" rIns="91425" bIns="91425" anchor="t" anchorCtr="0">
            <a:noAutofit/>
          </a:bodyPr>
          <a:lstStyle/>
          <a:p>
            <a:pPr marL="0" lvl="0" indent="0"/>
            <a:r>
              <a:rPr lang="en-US">
                <a:latin typeface="Arial (Body)"/>
              </a:rPr>
              <a:t>Application servers provide built-in support for managing transactions across multiple resources (e.g., databases, message queues).</a:t>
            </a:r>
            <a:endParaRPr>
              <a:latin typeface="Arial (Body)"/>
            </a:endParaRPr>
          </a:p>
        </p:txBody>
      </p:sp>
      <p:sp>
        <p:nvSpPr>
          <p:cNvPr id="1167" name="Google Shape;1167;p37"/>
          <p:cNvSpPr txBox="1">
            <a:spLocks noGrp="1"/>
          </p:cNvSpPr>
          <p:nvPr>
            <p:ph type="subTitle" idx="6"/>
          </p:nvPr>
        </p:nvSpPr>
        <p:spPr>
          <a:xfrm>
            <a:off x="6430388" y="3498800"/>
            <a:ext cx="1986000" cy="1105200"/>
          </a:xfrm>
          <a:prstGeom prst="rect">
            <a:avLst/>
          </a:prstGeom>
        </p:spPr>
        <p:txBody>
          <a:bodyPr spcFirstLastPara="1" wrap="square" lIns="91425" tIns="91425" rIns="91425" bIns="91425" anchor="t" anchorCtr="0">
            <a:noAutofit/>
          </a:bodyPr>
          <a:lstStyle/>
          <a:p>
            <a:pPr marL="0" lvl="0" indent="0"/>
            <a:r>
              <a:rPr lang="en-GB">
                <a:latin typeface="Arial (Body)"/>
              </a:rPr>
              <a:t>They manage resources like JDBC connection pools, JMS connections, and mail sessions.</a:t>
            </a:r>
            <a:endParaRPr>
              <a:latin typeface="Arial (Body)"/>
            </a:endParaRPr>
          </a:p>
        </p:txBody>
      </p:sp>
      <p:sp>
        <p:nvSpPr>
          <p:cNvPr id="1168" name="Google Shape;1168;p37"/>
          <p:cNvSpPr txBox="1">
            <a:spLocks noGrp="1"/>
          </p:cNvSpPr>
          <p:nvPr>
            <p:ph type="subTitle" idx="13"/>
          </p:nvPr>
        </p:nvSpPr>
        <p:spPr>
          <a:xfrm>
            <a:off x="723899" y="2845800"/>
            <a:ext cx="2721049" cy="653100"/>
          </a:xfrm>
          <a:prstGeom prst="rect">
            <a:avLst/>
          </a:prstGeom>
        </p:spPr>
        <p:txBody>
          <a:bodyPr spcFirstLastPara="1" wrap="square" lIns="91425" tIns="91425" rIns="91425" bIns="91425" anchor="b" anchorCtr="0">
            <a:noAutofit/>
          </a:bodyPr>
          <a:lstStyle/>
          <a:p>
            <a:pPr marL="0" lvl="0" indent="0"/>
            <a:r>
              <a:rPr lang="en-GB">
                <a:latin typeface="Arial (Body)"/>
              </a:rPr>
              <a:t>Security (JAAS, Spring Security, OAuth)</a:t>
            </a:r>
            <a:endParaRPr>
              <a:latin typeface="Arial (Body)"/>
            </a:endParaRPr>
          </a:p>
        </p:txBody>
      </p:sp>
      <p:sp>
        <p:nvSpPr>
          <p:cNvPr id="1169" name="Google Shape;1169;p37"/>
          <p:cNvSpPr txBox="1">
            <a:spLocks noGrp="1"/>
          </p:cNvSpPr>
          <p:nvPr>
            <p:ph type="subTitle" idx="14"/>
          </p:nvPr>
        </p:nvSpPr>
        <p:spPr>
          <a:xfrm>
            <a:off x="3582995" y="2845800"/>
            <a:ext cx="1978200" cy="653100"/>
          </a:xfrm>
          <a:prstGeom prst="rect">
            <a:avLst/>
          </a:prstGeom>
        </p:spPr>
        <p:txBody>
          <a:bodyPr spcFirstLastPara="1" wrap="square" lIns="91425" tIns="91425" rIns="91425" bIns="91425" anchor="b" anchorCtr="0">
            <a:noAutofit/>
          </a:bodyPr>
          <a:lstStyle/>
          <a:p>
            <a:pPr marL="0" lvl="0" indent="0"/>
            <a:r>
              <a:rPr lang="en-US">
                <a:latin typeface="Arial (Body)"/>
              </a:rPr>
              <a:t>Session Persistence</a:t>
            </a:r>
            <a:endParaRPr>
              <a:latin typeface="Arial (Body)"/>
            </a:endParaRPr>
          </a:p>
        </p:txBody>
      </p:sp>
      <p:sp>
        <p:nvSpPr>
          <p:cNvPr id="1170" name="Google Shape;1170;p37"/>
          <p:cNvSpPr txBox="1">
            <a:spLocks noGrp="1"/>
          </p:cNvSpPr>
          <p:nvPr>
            <p:ph type="subTitle" idx="15"/>
          </p:nvPr>
        </p:nvSpPr>
        <p:spPr>
          <a:xfrm>
            <a:off x="6434289" y="2845800"/>
            <a:ext cx="2582119" cy="653100"/>
          </a:xfrm>
          <a:prstGeom prst="rect">
            <a:avLst/>
          </a:prstGeom>
        </p:spPr>
        <p:txBody>
          <a:bodyPr spcFirstLastPara="1" wrap="square" lIns="91425" tIns="91425" rIns="91425" bIns="91425" anchor="b" anchorCtr="0">
            <a:noAutofit/>
          </a:bodyPr>
          <a:lstStyle/>
          <a:p>
            <a:pPr marL="0" lvl="0" indent="0"/>
            <a:r>
              <a:rPr lang="en-GB"/>
              <a:t>Resource Management (JDBC pools, JNDI lookup)</a:t>
            </a:r>
            <a:endParaRPr>
              <a:latin typeface="Arial (Body)"/>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r>
              <a:rPr lang="en-US">
                <a:latin typeface="Arial (Body)"/>
              </a:rPr>
              <a:t>Apache Tomcat</a:t>
            </a:r>
            <a:endParaRPr lang="en-US">
              <a:latin typeface="Arial (Body)"/>
            </a:endParaRPr>
          </a:p>
        </p:txBody>
      </p:sp>
      <p:sp>
        <p:nvSpPr>
          <p:cNvPr id="15" name="Google Shape;968;p31"/>
          <p:cNvSpPr txBox="1">
            <a:spLocks noGrp="1"/>
          </p:cNvSpPr>
          <p:nvPr>
            <p:ph type="subTitle" idx="1"/>
          </p:nvPr>
        </p:nvSpPr>
        <p:spPr>
          <a:xfrm>
            <a:off x="720000" y="1241047"/>
            <a:ext cx="5194664" cy="3111034"/>
          </a:xfrm>
          <a:prstGeom prst="rect">
            <a:avLst/>
          </a:prstGeom>
        </p:spPr>
        <p:txBody>
          <a:bodyPr spcFirstLastPara="1" wrap="square" lIns="91425" tIns="91425" rIns="91425" bIns="91425" anchor="t" anchorCtr="0">
            <a:noAutofit/>
          </a:bodyPr>
          <a:lstStyle/>
          <a:p>
            <a:pPr marL="0" lvl="0" indent="0"/>
            <a:r>
              <a:rPr lang="en-US" b="1">
                <a:latin typeface="Arial (Body)"/>
              </a:rPr>
              <a:t>Apache Tomcat</a:t>
            </a:r>
            <a:r>
              <a:rPr lang="en-US">
                <a:latin typeface="Arial (Body)"/>
              </a:rPr>
              <a:t> is a free, open-source Java servlet container. It hosts Java-based web applications, implementing Java Servlet and JavaServer Pages (JSP) specifications. Tomcat provides a robust and scalable environment for dynamic web content, managing Java servlets to process requests and generate responses </a:t>
            </a:r>
            <a:r>
              <a:rPr lang="en-US">
                <a:latin typeface="Arial (Body)"/>
              </a:rPr>
              <a:t>efficiently</a:t>
            </a:r>
            <a:r>
              <a:rPr lang="en-US" smtClean="0">
                <a:latin typeface="Arial (Body)"/>
              </a:rPr>
              <a:t>.</a:t>
            </a:r>
          </a:p>
          <a:p>
            <a:pPr marL="171450" lvl="0" indent="-171450">
              <a:buFont typeface="Arial" panose="020B0604020202020204" pitchFamily="34" charset="0"/>
              <a:buChar char="•"/>
            </a:pPr>
            <a:r>
              <a:rPr lang="en-US" b="1" smtClean="0">
                <a:latin typeface="Arial (Body)"/>
              </a:rPr>
              <a:t>Connector</a:t>
            </a:r>
            <a:r>
              <a:rPr lang="en-US" smtClean="0">
                <a:latin typeface="Arial (Body)"/>
              </a:rPr>
              <a:t>: </a:t>
            </a:r>
            <a:r>
              <a:rPr lang="en-GB" smtClean="0">
                <a:latin typeface="Arial (Body)"/>
              </a:rPr>
              <a:t>Tomcat </a:t>
            </a:r>
            <a:r>
              <a:rPr lang="en-GB">
                <a:latin typeface="Arial (Body)"/>
              </a:rPr>
              <a:t>uses the Connector component to listen for and receive HTTP requests from clients. There are two main types </a:t>
            </a:r>
            <a:r>
              <a:rPr lang="en-GB">
                <a:latin typeface="Arial (Body)"/>
              </a:rPr>
              <a:t>of </a:t>
            </a:r>
            <a:r>
              <a:rPr lang="en-GB">
                <a:latin typeface="Arial (Body)"/>
              </a:rPr>
              <a:t>Connectors: </a:t>
            </a:r>
            <a:r>
              <a:rPr lang="en-GB">
                <a:latin typeface="Arial (Body)"/>
              </a:rPr>
              <a:t>HTTP </a:t>
            </a:r>
            <a:r>
              <a:rPr lang="en-GB" smtClean="0">
                <a:latin typeface="Arial (Body)"/>
              </a:rPr>
              <a:t>Connector, AJP Connector</a:t>
            </a:r>
          </a:p>
          <a:p>
            <a:pPr marL="171450" indent="-171450">
              <a:buFont typeface="Arial" panose="020B0604020202020204" pitchFamily="34" charset="0"/>
              <a:buChar char="•"/>
            </a:pPr>
            <a:r>
              <a:rPr lang="en-US" b="1"/>
              <a:t>Thread Pool (</a:t>
            </a:r>
            <a:r>
              <a:rPr lang="en-US" b="1"/>
              <a:t>Executor</a:t>
            </a:r>
            <a:r>
              <a:rPr lang="en-US" b="1" smtClean="0"/>
              <a:t>)</a:t>
            </a:r>
            <a:r>
              <a:rPr lang="en-US" smtClean="0"/>
              <a:t>: </a:t>
            </a:r>
            <a:r>
              <a:rPr lang="en-GB"/>
              <a:t>Tomcat maintains a thread pool to handle requests. Each request is assigned to a thread from the thread </a:t>
            </a:r>
            <a:r>
              <a:rPr lang="en-GB"/>
              <a:t>pool</a:t>
            </a:r>
            <a:r>
              <a:rPr lang="en-GB" smtClean="0"/>
              <a:t>.</a:t>
            </a:r>
          </a:p>
          <a:p>
            <a:pPr marL="171450" indent="-171450">
              <a:buFont typeface="Arial" panose="020B0604020202020204" pitchFamily="34" charset="0"/>
              <a:buChar char="•"/>
            </a:pPr>
            <a:r>
              <a:rPr lang="en-GB" b="1"/>
              <a:t>Request </a:t>
            </a:r>
            <a:r>
              <a:rPr lang="en-GB" b="1"/>
              <a:t>Processing </a:t>
            </a:r>
            <a:r>
              <a:rPr lang="en-GB" b="1"/>
              <a:t>Pipeline</a:t>
            </a:r>
            <a:r>
              <a:rPr lang="en-GB"/>
              <a:t>: After receiving the request, the Connector passes it to the Engine (like Catalina), which then delivers it to the Host and Context (the specific </a:t>
            </a:r>
            <a:r>
              <a:rPr lang="en-GB"/>
              <a:t>web </a:t>
            </a:r>
            <a:r>
              <a:rPr lang="en-GB" smtClean="0"/>
              <a:t>application).</a:t>
            </a:r>
            <a:endParaRPr lang="en-GB"/>
          </a:p>
          <a:p>
            <a:pPr marL="171450" indent="-171450">
              <a:buFont typeface="Arial" panose="020B0604020202020204" pitchFamily="34" charset="0"/>
              <a:buChar char="•"/>
            </a:pPr>
            <a:endParaRPr lang="en-US"/>
          </a:p>
          <a:p>
            <a:pPr marL="171450" lvl="0" indent="-171450">
              <a:buFont typeface="Arial" panose="020B0604020202020204" pitchFamily="34" charset="0"/>
              <a:buChar char="•"/>
            </a:pPr>
            <a:endParaRPr>
              <a:latin typeface="Arial (Body)"/>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3768" y="2083442"/>
            <a:ext cx="3002909" cy="1679361"/>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p36"/>
          <p:cNvSpPr txBox="1">
            <a:spLocks noGrp="1"/>
          </p:cNvSpPr>
          <p:nvPr>
            <p:ph type="subTitle" idx="6"/>
          </p:nvPr>
        </p:nvSpPr>
        <p:spPr>
          <a:xfrm>
            <a:off x="1253225" y="2875125"/>
            <a:ext cx="2811000" cy="69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Arial (Body)"/>
              </a:rPr>
              <a:t>Stay ahead of trends</a:t>
            </a:r>
            <a:endParaRPr>
              <a:latin typeface="Arial (Body)"/>
            </a:endParaRPr>
          </a:p>
        </p:txBody>
      </p:sp>
      <p:sp>
        <p:nvSpPr>
          <p:cNvPr id="1146" name="Google Shape;1146;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Key ideas in market opportunity</a:t>
            </a:r>
            <a:endParaRPr>
              <a:latin typeface="Roboto Medium" panose="020B0604020202020204" charset="0"/>
              <a:ea typeface="Roboto Medium" panose="020B0604020202020204" charset="0"/>
            </a:endParaRPr>
          </a:p>
        </p:txBody>
      </p:sp>
      <p:sp>
        <p:nvSpPr>
          <p:cNvPr id="1147" name="Google Shape;1147;p36"/>
          <p:cNvSpPr txBox="1">
            <a:spLocks noGrp="1"/>
          </p:cNvSpPr>
          <p:nvPr>
            <p:ph type="subTitle" idx="1"/>
          </p:nvPr>
        </p:nvSpPr>
        <p:spPr>
          <a:xfrm>
            <a:off x="1253225" y="2053700"/>
            <a:ext cx="2811000" cy="103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rial (Body)"/>
              </a:rPr>
              <a:t>Analyze existing customer needs and identify gaps in the market to find new opportunities</a:t>
            </a:r>
            <a:endParaRPr>
              <a:latin typeface="Arial (Body)"/>
            </a:endParaRPr>
          </a:p>
        </p:txBody>
      </p:sp>
      <p:sp>
        <p:nvSpPr>
          <p:cNvPr id="1148" name="Google Shape;1148;p36"/>
          <p:cNvSpPr txBox="1">
            <a:spLocks noGrp="1"/>
          </p:cNvSpPr>
          <p:nvPr>
            <p:ph type="subTitle" idx="2"/>
          </p:nvPr>
        </p:nvSpPr>
        <p:spPr>
          <a:xfrm>
            <a:off x="5079776" y="2053700"/>
            <a:ext cx="2811000" cy="103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rial (Body)"/>
              </a:rPr>
              <a:t>Utilize technology and customer feedback to come up with novel solutions that meet your customer’s demands or needs</a:t>
            </a:r>
            <a:endParaRPr>
              <a:latin typeface="Arial (Body)"/>
            </a:endParaRPr>
          </a:p>
        </p:txBody>
      </p:sp>
      <p:sp>
        <p:nvSpPr>
          <p:cNvPr id="1149" name="Google Shape;1149;p36"/>
          <p:cNvSpPr txBox="1">
            <a:spLocks noGrp="1"/>
          </p:cNvSpPr>
          <p:nvPr>
            <p:ph type="subTitle" idx="3"/>
          </p:nvPr>
        </p:nvSpPr>
        <p:spPr>
          <a:xfrm>
            <a:off x="1253225" y="3565300"/>
            <a:ext cx="2811000" cy="103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rial (Body)"/>
              </a:rPr>
              <a:t>Monitor changes in the marketplace, such as shifts in consumer behavior or emerging technologies, to stay competitive and capitalize on new opportunities and trends</a:t>
            </a:r>
            <a:endParaRPr>
              <a:latin typeface="Arial (Body)"/>
            </a:endParaRPr>
          </a:p>
        </p:txBody>
      </p:sp>
      <p:sp>
        <p:nvSpPr>
          <p:cNvPr id="1150" name="Google Shape;1150;p36"/>
          <p:cNvSpPr txBox="1">
            <a:spLocks noGrp="1"/>
          </p:cNvSpPr>
          <p:nvPr>
            <p:ph type="subTitle" idx="4"/>
          </p:nvPr>
        </p:nvSpPr>
        <p:spPr>
          <a:xfrm>
            <a:off x="5079776" y="3565300"/>
            <a:ext cx="2811000" cy="103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rial (Body)"/>
              </a:rPr>
              <a:t>Identify times of year when demand for certain products may spike, such as holidays or special occasions, and use these times to target customers or maximize sales</a:t>
            </a:r>
            <a:endParaRPr>
              <a:latin typeface="Arial (Body)"/>
            </a:endParaRPr>
          </a:p>
        </p:txBody>
      </p:sp>
      <p:sp>
        <p:nvSpPr>
          <p:cNvPr id="1151" name="Google Shape;1151;p36"/>
          <p:cNvSpPr txBox="1">
            <a:spLocks noGrp="1"/>
          </p:cNvSpPr>
          <p:nvPr>
            <p:ph type="subTitle" idx="5"/>
          </p:nvPr>
        </p:nvSpPr>
        <p:spPr>
          <a:xfrm>
            <a:off x="1253225" y="1363500"/>
            <a:ext cx="2811000" cy="69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Arial (Body)"/>
              </a:rPr>
              <a:t>Research new markets</a:t>
            </a:r>
            <a:endParaRPr>
              <a:latin typeface="Arial (Body)"/>
            </a:endParaRPr>
          </a:p>
        </p:txBody>
      </p:sp>
      <p:sp>
        <p:nvSpPr>
          <p:cNvPr id="1152" name="Google Shape;1152;p36"/>
          <p:cNvSpPr txBox="1">
            <a:spLocks noGrp="1"/>
          </p:cNvSpPr>
          <p:nvPr>
            <p:ph type="subTitle" idx="7"/>
          </p:nvPr>
        </p:nvSpPr>
        <p:spPr>
          <a:xfrm>
            <a:off x="5079750" y="1363500"/>
            <a:ext cx="2811000" cy="69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Arial (Body)"/>
              </a:rPr>
              <a:t>Innovative solutions</a:t>
            </a:r>
            <a:endParaRPr>
              <a:latin typeface="Arial (Body)"/>
            </a:endParaRPr>
          </a:p>
        </p:txBody>
      </p:sp>
      <p:sp>
        <p:nvSpPr>
          <p:cNvPr id="1153" name="Google Shape;1153;p36"/>
          <p:cNvSpPr txBox="1">
            <a:spLocks noGrp="1"/>
          </p:cNvSpPr>
          <p:nvPr>
            <p:ph type="subTitle" idx="8"/>
          </p:nvPr>
        </p:nvSpPr>
        <p:spPr>
          <a:xfrm>
            <a:off x="5079750" y="2875125"/>
            <a:ext cx="2811000" cy="69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Arial (Body)"/>
              </a:rPr>
              <a:t>Seasonal spikes</a:t>
            </a:r>
            <a:endParaRPr>
              <a:latin typeface="Arial (Body)"/>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p38"/>
          <p:cNvSpPr/>
          <p:nvPr/>
        </p:nvSpPr>
        <p:spPr>
          <a:xfrm>
            <a:off x="582618" y="637413"/>
            <a:ext cx="363300" cy="3633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edium" panose="020B0604020202020204" charset="0"/>
              <a:ea typeface="Roboto Medium" panose="020B0604020202020204" charset="0"/>
              <a:cs typeface="Lato"/>
              <a:sym typeface="Lato"/>
            </a:endParaRPr>
          </a:p>
        </p:txBody>
      </p:sp>
      <p:sp>
        <p:nvSpPr>
          <p:cNvPr id="1176" name="Google Shape;1176;p38"/>
          <p:cNvSpPr/>
          <p:nvPr/>
        </p:nvSpPr>
        <p:spPr>
          <a:xfrm>
            <a:off x="8212043" y="637413"/>
            <a:ext cx="363300" cy="3633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Medium" panose="020B0604020202020204" charset="0"/>
              <a:ea typeface="Roboto Medium" panose="020B0604020202020204" charset="0"/>
              <a:cs typeface="Lato"/>
              <a:sym typeface="Lato"/>
            </a:endParaRPr>
          </a:p>
        </p:txBody>
      </p:sp>
      <p:sp>
        <p:nvSpPr>
          <p:cNvPr id="1177" name="Google Shape;1177;p38"/>
          <p:cNvSpPr txBox="1">
            <a:spLocks noGrp="1"/>
          </p:cNvSpPr>
          <p:nvPr>
            <p:ph type="subTitle" idx="1"/>
          </p:nvPr>
        </p:nvSpPr>
        <p:spPr>
          <a:xfrm>
            <a:off x="798388" y="3772215"/>
            <a:ext cx="3492600" cy="5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Arial (Body)"/>
                <a:ea typeface="Roboto Medium" panose="020B0604020202020204" charset="0"/>
              </a:rPr>
              <a:t>Estimated delivery time per unit</a:t>
            </a:r>
            <a:endParaRPr>
              <a:latin typeface="Arial (Body)"/>
              <a:ea typeface="Roboto Medium" panose="020B0604020202020204" charset="0"/>
            </a:endParaRPr>
          </a:p>
        </p:txBody>
      </p:sp>
      <p:sp>
        <p:nvSpPr>
          <p:cNvPr id="1178" name="Google Shape;1178;p38"/>
          <p:cNvSpPr txBox="1">
            <a:spLocks noGrp="1"/>
          </p:cNvSpPr>
          <p:nvPr>
            <p:ph type="title"/>
          </p:nvPr>
        </p:nvSpPr>
        <p:spPr>
          <a:xfrm>
            <a:off x="798388" y="2997571"/>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Roboto Medium" panose="020B0604020202020204" charset="0"/>
                <a:ea typeface="Roboto Medium" panose="020B0604020202020204" charset="0"/>
              </a:rPr>
              <a:t>9h 55m 23s</a:t>
            </a:r>
            <a:endParaRPr>
              <a:latin typeface="Roboto Medium" panose="020B0604020202020204" charset="0"/>
              <a:ea typeface="Roboto Medium" panose="020B0604020202020204" charset="0"/>
            </a:endParaRPr>
          </a:p>
        </p:txBody>
      </p:sp>
      <p:sp>
        <p:nvSpPr>
          <p:cNvPr id="1179" name="Google Shape;1179;p38"/>
          <p:cNvSpPr txBox="1">
            <a:spLocks noGrp="1"/>
          </p:cNvSpPr>
          <p:nvPr>
            <p:ph type="title" idx="2"/>
          </p:nvPr>
        </p:nvSpPr>
        <p:spPr>
          <a:xfrm>
            <a:off x="2825700" y="1029535"/>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Roboto Medium" panose="020B0604020202020204" charset="0"/>
                <a:ea typeface="Roboto Medium" panose="020B0604020202020204" charset="0"/>
              </a:rPr>
              <a:t>333,000</a:t>
            </a:r>
            <a:endParaRPr>
              <a:latin typeface="Roboto Medium" panose="020B0604020202020204" charset="0"/>
              <a:ea typeface="Roboto Medium" panose="020B0604020202020204" charset="0"/>
            </a:endParaRPr>
          </a:p>
        </p:txBody>
      </p:sp>
      <p:sp>
        <p:nvSpPr>
          <p:cNvPr id="1180" name="Google Shape;1180;p38"/>
          <p:cNvSpPr txBox="1">
            <a:spLocks noGrp="1"/>
          </p:cNvSpPr>
          <p:nvPr>
            <p:ph type="subTitle" idx="3"/>
          </p:nvPr>
        </p:nvSpPr>
        <p:spPr>
          <a:xfrm>
            <a:off x="2825700" y="1804473"/>
            <a:ext cx="3492600" cy="5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Arial (Body)"/>
                <a:ea typeface="Roboto Medium" panose="020B0604020202020204" charset="0"/>
              </a:rPr>
              <a:t>Users bought our product</a:t>
            </a:r>
            <a:endParaRPr>
              <a:latin typeface="Arial (Body)"/>
              <a:ea typeface="Roboto Medium" panose="020B0604020202020204" charset="0"/>
            </a:endParaRPr>
          </a:p>
        </p:txBody>
      </p:sp>
      <p:sp>
        <p:nvSpPr>
          <p:cNvPr id="1181" name="Google Shape;1181;p38"/>
          <p:cNvSpPr txBox="1">
            <a:spLocks noGrp="1"/>
          </p:cNvSpPr>
          <p:nvPr>
            <p:ph type="title" idx="4"/>
          </p:nvPr>
        </p:nvSpPr>
        <p:spPr>
          <a:xfrm>
            <a:off x="4853013" y="2997571"/>
            <a:ext cx="3492600" cy="768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Roboto Medium" panose="020B0604020202020204" charset="0"/>
                <a:ea typeface="Roboto Medium" panose="020B0604020202020204" charset="0"/>
              </a:rPr>
              <a:t>386,000 km</a:t>
            </a:r>
            <a:endParaRPr>
              <a:latin typeface="Roboto Medium" panose="020B0604020202020204" charset="0"/>
              <a:ea typeface="Roboto Medium" panose="020B0604020202020204" charset="0"/>
            </a:endParaRPr>
          </a:p>
        </p:txBody>
      </p:sp>
      <p:sp>
        <p:nvSpPr>
          <p:cNvPr id="1182" name="Google Shape;1182;p38"/>
          <p:cNvSpPr txBox="1">
            <a:spLocks noGrp="1"/>
          </p:cNvSpPr>
          <p:nvPr>
            <p:ph type="subTitle" idx="5"/>
          </p:nvPr>
        </p:nvSpPr>
        <p:spPr>
          <a:xfrm>
            <a:off x="4853013" y="3772215"/>
            <a:ext cx="3492600" cy="59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latin typeface="Arial (Body)"/>
                <a:ea typeface="Roboto Medium" panose="020B0604020202020204" charset="0"/>
              </a:rPr>
              <a:t>Avg. distance travelled by logistics team</a:t>
            </a:r>
            <a:endParaRPr>
              <a:latin typeface="Arial (Body)"/>
              <a:ea typeface="Roboto Medium" panose="020B0604020202020204" charset="0"/>
            </a:endParaRPr>
          </a:p>
        </p:txBody>
      </p:sp>
      <p:sp>
        <p:nvSpPr>
          <p:cNvPr id="1183" name="Google Shape;1183;p38"/>
          <p:cNvSpPr/>
          <p:nvPr/>
        </p:nvSpPr>
        <p:spPr>
          <a:xfrm>
            <a:off x="713225" y="2195511"/>
            <a:ext cx="606206" cy="37384"/>
          </a:xfrm>
          <a:custGeom>
            <a:avLst/>
            <a:gdLst/>
            <a:ahLst/>
            <a:cxnLst/>
            <a:rect l="l" t="t" r="r" b="b"/>
            <a:pathLst>
              <a:path w="824770" h="50863" extrusionOk="0">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nvGrpSpPr>
          <p:cNvPr id="1184" name="Google Shape;1184;p38"/>
          <p:cNvGrpSpPr/>
          <p:nvPr/>
        </p:nvGrpSpPr>
        <p:grpSpPr>
          <a:xfrm>
            <a:off x="541705" y="1421418"/>
            <a:ext cx="552408" cy="792759"/>
            <a:chOff x="10519314" y="4728596"/>
            <a:chExt cx="751780" cy="1078731"/>
          </a:xfrm>
        </p:grpSpPr>
        <p:grpSp>
          <p:nvGrpSpPr>
            <p:cNvPr id="1185" name="Google Shape;1185;p38"/>
            <p:cNvGrpSpPr/>
            <p:nvPr/>
          </p:nvGrpSpPr>
          <p:grpSpPr>
            <a:xfrm>
              <a:off x="10519314" y="4728596"/>
              <a:ext cx="626662" cy="1078731"/>
              <a:chOff x="10519314" y="4728596"/>
              <a:chExt cx="626662" cy="1078731"/>
            </a:xfrm>
          </p:grpSpPr>
          <p:grpSp>
            <p:nvGrpSpPr>
              <p:cNvPr id="1186" name="Google Shape;1186;p38"/>
              <p:cNvGrpSpPr/>
              <p:nvPr/>
            </p:nvGrpSpPr>
            <p:grpSpPr>
              <a:xfrm>
                <a:off x="10903220" y="4888205"/>
                <a:ext cx="242756" cy="919122"/>
                <a:chOff x="10903220" y="4888205"/>
                <a:chExt cx="242756" cy="919122"/>
              </a:xfrm>
            </p:grpSpPr>
            <p:sp>
              <p:nvSpPr>
                <p:cNvPr id="1187" name="Google Shape;1187;p38"/>
                <p:cNvSpPr/>
                <p:nvPr/>
              </p:nvSpPr>
              <p:spPr>
                <a:xfrm rot="-447735">
                  <a:off x="10961814" y="4892503"/>
                  <a:ext cx="125567" cy="910526"/>
                </a:xfrm>
                <a:custGeom>
                  <a:avLst/>
                  <a:gdLst/>
                  <a:ahLst/>
                  <a:cxnLst/>
                  <a:rect l="l" t="t" r="r" b="b"/>
                  <a:pathLst>
                    <a:path w="125444" h="909637" extrusionOk="0">
                      <a:moveTo>
                        <a:pt x="0" y="0"/>
                      </a:moveTo>
                      <a:lnTo>
                        <a:pt x="125445" y="0"/>
                      </a:lnTo>
                      <a:lnTo>
                        <a:pt x="125445" y="909637"/>
                      </a:lnTo>
                      <a:lnTo>
                        <a:pt x="0" y="9096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188" name="Google Shape;1188;p38"/>
                <p:cNvSpPr/>
                <p:nvPr/>
              </p:nvSpPr>
              <p:spPr>
                <a:xfrm>
                  <a:off x="10952422" y="4933194"/>
                  <a:ext cx="42088" cy="42088"/>
                </a:xfrm>
                <a:custGeom>
                  <a:avLst/>
                  <a:gdLst/>
                  <a:ahLst/>
                  <a:cxnLst/>
                  <a:rect l="l" t="t" r="r" b="b"/>
                  <a:pathLst>
                    <a:path w="42088" h="42088" extrusionOk="0">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189" name="Google Shape;1189;p38"/>
                <p:cNvSpPr/>
                <p:nvPr/>
              </p:nvSpPr>
              <p:spPr>
                <a:xfrm>
                  <a:off x="10961186" y="5000250"/>
                  <a:ext cx="42087" cy="42087"/>
                </a:xfrm>
                <a:custGeom>
                  <a:avLst/>
                  <a:gdLst/>
                  <a:ahLst/>
                  <a:cxnLst/>
                  <a:rect l="l" t="t" r="r" b="b"/>
                  <a:pathLst>
                    <a:path w="42087" h="42087" extrusionOk="0">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nvGrpSpPr>
                <p:cNvPr id="1190" name="Google Shape;1190;p38"/>
                <p:cNvGrpSpPr/>
                <p:nvPr/>
              </p:nvGrpSpPr>
              <p:grpSpPr>
                <a:xfrm>
                  <a:off x="11014221" y="5588618"/>
                  <a:ext cx="100021" cy="114784"/>
                  <a:chOff x="11014221" y="5588618"/>
                  <a:chExt cx="100021" cy="114784"/>
                </a:xfrm>
              </p:grpSpPr>
              <p:sp>
                <p:nvSpPr>
                  <p:cNvPr id="1191" name="Google Shape;1191;p38"/>
                  <p:cNvSpPr/>
                  <p:nvPr/>
                </p:nvSpPr>
                <p:spPr>
                  <a:xfrm rot="-447735">
                    <a:off x="11014826" y="5594269"/>
                    <a:ext cx="88001" cy="15064"/>
                  </a:xfrm>
                  <a:custGeom>
                    <a:avLst/>
                    <a:gdLst/>
                    <a:ahLst/>
                    <a:cxnLst/>
                    <a:rect l="l" t="t" r="r" b="b"/>
                    <a:pathLst>
                      <a:path w="87915" h="15049" extrusionOk="0">
                        <a:moveTo>
                          <a:pt x="0" y="0"/>
                        </a:moveTo>
                        <a:lnTo>
                          <a:pt x="87916" y="0"/>
                        </a:lnTo>
                        <a:lnTo>
                          <a:pt x="87916" y="15049"/>
                        </a:lnTo>
                        <a:lnTo>
                          <a:pt x="0" y="1504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192" name="Google Shape;1192;p38"/>
                  <p:cNvSpPr/>
                  <p:nvPr/>
                </p:nvSpPr>
                <p:spPr>
                  <a:xfrm rot="-447735">
                    <a:off x="11018646" y="5623150"/>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193" name="Google Shape;1193;p38"/>
                  <p:cNvSpPr/>
                  <p:nvPr/>
                </p:nvSpPr>
                <p:spPr>
                  <a:xfrm rot="-447735">
                    <a:off x="11021820" y="5653805"/>
                    <a:ext cx="88001" cy="15064"/>
                  </a:xfrm>
                  <a:custGeom>
                    <a:avLst/>
                    <a:gdLst/>
                    <a:ahLst/>
                    <a:cxnLst/>
                    <a:rect l="l" t="t" r="r" b="b"/>
                    <a:pathLst>
                      <a:path w="87915" h="15049" extrusionOk="0">
                        <a:moveTo>
                          <a:pt x="0" y="0"/>
                        </a:moveTo>
                        <a:lnTo>
                          <a:pt x="87916" y="0"/>
                        </a:lnTo>
                        <a:lnTo>
                          <a:pt x="87916"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194" name="Google Shape;1194;p38"/>
                  <p:cNvSpPr/>
                  <p:nvPr/>
                </p:nvSpPr>
                <p:spPr>
                  <a:xfrm rot="-447735">
                    <a:off x="11025635" y="5682688"/>
                    <a:ext cx="88001" cy="15064"/>
                  </a:xfrm>
                  <a:custGeom>
                    <a:avLst/>
                    <a:gdLst/>
                    <a:ahLst/>
                    <a:cxnLst/>
                    <a:rect l="l" t="t" r="r" b="b"/>
                    <a:pathLst>
                      <a:path w="87915" h="15049" extrusionOk="0">
                        <a:moveTo>
                          <a:pt x="0" y="0"/>
                        </a:moveTo>
                        <a:lnTo>
                          <a:pt x="87915" y="0"/>
                        </a:lnTo>
                        <a:lnTo>
                          <a:pt x="87915" y="15050"/>
                        </a:lnTo>
                        <a:lnTo>
                          <a:pt x="0" y="1505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grpSp>
            <p:nvGrpSpPr>
              <p:cNvPr id="1195" name="Google Shape;1195;p38"/>
              <p:cNvGrpSpPr/>
              <p:nvPr/>
            </p:nvGrpSpPr>
            <p:grpSpPr>
              <a:xfrm>
                <a:off x="10718623" y="4728596"/>
                <a:ext cx="229169" cy="1075979"/>
                <a:chOff x="10718623" y="4728596"/>
                <a:chExt cx="229169" cy="1075979"/>
              </a:xfrm>
            </p:grpSpPr>
            <p:sp>
              <p:nvSpPr>
                <p:cNvPr id="1196" name="Google Shape;1196;p38"/>
                <p:cNvSpPr/>
                <p:nvPr/>
              </p:nvSpPr>
              <p:spPr>
                <a:xfrm rot="-172174">
                  <a:off x="10745259" y="4732329"/>
                  <a:ext cx="175897" cy="1068513"/>
                </a:xfrm>
                <a:custGeom>
                  <a:avLst/>
                  <a:gdLst/>
                  <a:ahLst/>
                  <a:cxnLst/>
                  <a:rect l="l" t="t" r="r" b="b"/>
                  <a:pathLst>
                    <a:path w="176117" h="1069848" extrusionOk="0">
                      <a:moveTo>
                        <a:pt x="0" y="0"/>
                      </a:moveTo>
                      <a:lnTo>
                        <a:pt x="176117" y="0"/>
                      </a:lnTo>
                      <a:lnTo>
                        <a:pt x="176117" y="1069848"/>
                      </a:lnTo>
                      <a:lnTo>
                        <a:pt x="0" y="10698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197" name="Google Shape;1197;p38"/>
                <p:cNvSpPr/>
                <p:nvPr/>
              </p:nvSpPr>
              <p:spPr>
                <a:xfrm>
                  <a:off x="10787634" y="5182743"/>
                  <a:ext cx="87629" cy="87630"/>
                </a:xfrm>
                <a:custGeom>
                  <a:avLst/>
                  <a:gdLst/>
                  <a:ahLst/>
                  <a:cxnLst/>
                  <a:rect l="l" t="t" r="r" b="b"/>
                  <a:pathLst>
                    <a:path w="87629" h="87630" extrusionOk="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nvGrpSpPr>
                <p:cNvPr id="1198" name="Google Shape;1198;p38"/>
                <p:cNvGrpSpPr/>
                <p:nvPr/>
              </p:nvGrpSpPr>
              <p:grpSpPr>
                <a:xfrm>
                  <a:off x="10765015" y="5040134"/>
                  <a:ext cx="116314" cy="49775"/>
                  <a:chOff x="10765015" y="5040134"/>
                  <a:chExt cx="116314" cy="49775"/>
                </a:xfrm>
              </p:grpSpPr>
              <p:sp>
                <p:nvSpPr>
                  <p:cNvPr id="1199" name="Google Shape;1199;p38"/>
                  <p:cNvSpPr/>
                  <p:nvPr/>
                </p:nvSpPr>
                <p:spPr>
                  <a:xfrm rot="-172174">
                    <a:off x="10765318" y="5042987"/>
                    <a:ext cx="114347" cy="14935"/>
                  </a:xfrm>
                  <a:custGeom>
                    <a:avLst/>
                    <a:gdLst/>
                    <a:ahLst/>
                    <a:cxnLst/>
                    <a:rect l="l" t="t" r="r" b="b"/>
                    <a:pathLst>
                      <a:path w="114490" h="14954" extrusionOk="0">
                        <a:moveTo>
                          <a:pt x="0" y="0"/>
                        </a:moveTo>
                        <a:lnTo>
                          <a:pt x="114490" y="0"/>
                        </a:lnTo>
                        <a:lnTo>
                          <a:pt x="114490"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00" name="Google Shape;1200;p38"/>
                  <p:cNvSpPr/>
                  <p:nvPr/>
                </p:nvSpPr>
                <p:spPr>
                  <a:xfrm rot="-172174">
                    <a:off x="10766681" y="5072121"/>
                    <a:ext cx="114347" cy="14935"/>
                  </a:xfrm>
                  <a:custGeom>
                    <a:avLst/>
                    <a:gdLst/>
                    <a:ahLst/>
                    <a:cxnLst/>
                    <a:rect l="l" t="t" r="r" b="b"/>
                    <a:pathLst>
                      <a:path w="114490" h="14954" extrusionOk="0">
                        <a:moveTo>
                          <a:pt x="0" y="0"/>
                        </a:moveTo>
                        <a:lnTo>
                          <a:pt x="114491" y="0"/>
                        </a:lnTo>
                        <a:lnTo>
                          <a:pt x="114491"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01" name="Google Shape;1201;p38"/>
                <p:cNvGrpSpPr/>
                <p:nvPr/>
              </p:nvGrpSpPr>
              <p:grpSpPr>
                <a:xfrm>
                  <a:off x="10784825" y="5436314"/>
                  <a:ext cx="116414" cy="49961"/>
                  <a:chOff x="10784825" y="5436314"/>
                  <a:chExt cx="116414" cy="49961"/>
                </a:xfrm>
              </p:grpSpPr>
              <p:sp>
                <p:nvSpPr>
                  <p:cNvPr id="1202" name="Google Shape;1202;p38"/>
                  <p:cNvSpPr/>
                  <p:nvPr/>
                </p:nvSpPr>
                <p:spPr>
                  <a:xfrm rot="-172174">
                    <a:off x="10785128" y="5439167"/>
                    <a:ext cx="114347" cy="14935"/>
                  </a:xfrm>
                  <a:custGeom>
                    <a:avLst/>
                    <a:gdLst/>
                    <a:ahLst/>
                    <a:cxnLst/>
                    <a:rect l="l" t="t" r="r" b="b"/>
                    <a:pathLst>
                      <a:path w="114490" h="14954" extrusionOk="0">
                        <a:moveTo>
                          <a:pt x="0" y="0"/>
                        </a:moveTo>
                        <a:lnTo>
                          <a:pt x="114491" y="0"/>
                        </a:lnTo>
                        <a:lnTo>
                          <a:pt x="114491"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03" name="Google Shape;1203;p38"/>
                  <p:cNvSpPr/>
                  <p:nvPr/>
                </p:nvSpPr>
                <p:spPr>
                  <a:xfrm rot="-172174">
                    <a:off x="10786591" y="5468487"/>
                    <a:ext cx="114347" cy="14935"/>
                  </a:xfrm>
                  <a:custGeom>
                    <a:avLst/>
                    <a:gdLst/>
                    <a:ahLst/>
                    <a:cxnLst/>
                    <a:rect l="l" t="t" r="r" b="b"/>
                    <a:pathLst>
                      <a:path w="114490" h="14954" extrusionOk="0">
                        <a:moveTo>
                          <a:pt x="0" y="0"/>
                        </a:moveTo>
                        <a:lnTo>
                          <a:pt x="114490" y="0"/>
                        </a:lnTo>
                        <a:lnTo>
                          <a:pt x="114490"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grpSp>
            <p:nvGrpSpPr>
              <p:cNvPr id="1204" name="Google Shape;1204;p38"/>
              <p:cNvGrpSpPr/>
              <p:nvPr/>
            </p:nvGrpSpPr>
            <p:grpSpPr>
              <a:xfrm>
                <a:off x="10519314" y="4813458"/>
                <a:ext cx="202120" cy="992123"/>
                <a:chOff x="10519314" y="4813458"/>
                <a:chExt cx="202120" cy="992123"/>
              </a:xfrm>
            </p:grpSpPr>
            <p:sp>
              <p:nvSpPr>
                <p:cNvPr id="1205" name="Google Shape;1205;p38"/>
                <p:cNvSpPr/>
                <p:nvPr/>
              </p:nvSpPr>
              <p:spPr>
                <a:xfrm>
                  <a:off x="10519314" y="4813458"/>
                  <a:ext cx="202120" cy="992123"/>
                </a:xfrm>
                <a:custGeom>
                  <a:avLst/>
                  <a:gdLst/>
                  <a:ahLst/>
                  <a:cxnLst/>
                  <a:rect l="l" t="t" r="r" b="b"/>
                  <a:pathLst>
                    <a:path w="202120" h="992123" extrusionOk="0">
                      <a:moveTo>
                        <a:pt x="0" y="0"/>
                      </a:moveTo>
                      <a:lnTo>
                        <a:pt x="202120" y="0"/>
                      </a:lnTo>
                      <a:lnTo>
                        <a:pt x="202120" y="992124"/>
                      </a:lnTo>
                      <a:lnTo>
                        <a:pt x="0" y="99212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06" name="Google Shape;1206;p38"/>
                <p:cNvSpPr/>
                <p:nvPr/>
              </p:nvSpPr>
              <p:spPr>
                <a:xfrm>
                  <a:off x="10558843" y="4891468"/>
                  <a:ext cx="123063" cy="123062"/>
                </a:xfrm>
                <a:custGeom>
                  <a:avLst/>
                  <a:gdLst/>
                  <a:ahLst/>
                  <a:cxnLst/>
                  <a:rect l="l" t="t" r="r" b="b"/>
                  <a:pathLst>
                    <a:path w="123063" h="123062" extrusionOk="0">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nvGrpSpPr>
                <p:cNvPr id="1207" name="Google Shape;1207;p38"/>
                <p:cNvGrpSpPr/>
                <p:nvPr/>
              </p:nvGrpSpPr>
              <p:grpSpPr>
                <a:xfrm>
                  <a:off x="10556176" y="5465730"/>
                  <a:ext cx="128397" cy="44196"/>
                  <a:chOff x="10556176" y="5465730"/>
                  <a:chExt cx="128397" cy="44196"/>
                </a:xfrm>
              </p:grpSpPr>
              <p:sp>
                <p:nvSpPr>
                  <p:cNvPr id="1208" name="Google Shape;1208;p38"/>
                  <p:cNvSpPr/>
                  <p:nvPr/>
                </p:nvSpPr>
                <p:spPr>
                  <a:xfrm>
                    <a:off x="10556176" y="5465730"/>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09" name="Google Shape;1209;p38"/>
                  <p:cNvSpPr/>
                  <p:nvPr/>
                </p:nvSpPr>
                <p:spPr>
                  <a:xfrm>
                    <a:off x="10556176" y="5494972"/>
                    <a:ext cx="128397" cy="14954"/>
                  </a:xfrm>
                  <a:custGeom>
                    <a:avLst/>
                    <a:gdLst/>
                    <a:ahLst/>
                    <a:cxnLst/>
                    <a:rect l="l" t="t" r="r" b="b"/>
                    <a:pathLst>
                      <a:path w="128397" h="14954" extrusionOk="0">
                        <a:moveTo>
                          <a:pt x="0" y="0"/>
                        </a:moveTo>
                        <a:lnTo>
                          <a:pt x="128397" y="0"/>
                        </a:lnTo>
                        <a:lnTo>
                          <a:pt x="128397" y="14955"/>
                        </a:lnTo>
                        <a:lnTo>
                          <a:pt x="0" y="149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10" name="Google Shape;1210;p38"/>
                <p:cNvGrpSpPr/>
                <p:nvPr/>
              </p:nvGrpSpPr>
              <p:grpSpPr>
                <a:xfrm>
                  <a:off x="10556176" y="5689187"/>
                  <a:ext cx="128397" cy="44196"/>
                  <a:chOff x="10556176" y="5689187"/>
                  <a:chExt cx="128397" cy="44196"/>
                </a:xfrm>
              </p:grpSpPr>
              <p:sp>
                <p:nvSpPr>
                  <p:cNvPr id="1211" name="Google Shape;1211;p38"/>
                  <p:cNvSpPr/>
                  <p:nvPr/>
                </p:nvSpPr>
                <p:spPr>
                  <a:xfrm>
                    <a:off x="10556176" y="5689187"/>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12" name="Google Shape;1212;p38"/>
                  <p:cNvSpPr/>
                  <p:nvPr/>
                </p:nvSpPr>
                <p:spPr>
                  <a:xfrm>
                    <a:off x="10556176" y="5718429"/>
                    <a:ext cx="128397" cy="14954"/>
                  </a:xfrm>
                  <a:custGeom>
                    <a:avLst/>
                    <a:gdLst/>
                    <a:ahLst/>
                    <a:cxnLst/>
                    <a:rect l="l" t="t" r="r" b="b"/>
                    <a:pathLst>
                      <a:path w="128397" h="14954" extrusionOk="0">
                        <a:moveTo>
                          <a:pt x="0" y="0"/>
                        </a:moveTo>
                        <a:lnTo>
                          <a:pt x="128397" y="0"/>
                        </a:lnTo>
                        <a:lnTo>
                          <a:pt x="128397" y="14954"/>
                        </a:lnTo>
                        <a:lnTo>
                          <a:pt x="0" y="1495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grpSp>
        <p:grpSp>
          <p:nvGrpSpPr>
            <p:cNvPr id="1213" name="Google Shape;1213;p38"/>
            <p:cNvGrpSpPr/>
            <p:nvPr/>
          </p:nvGrpSpPr>
          <p:grpSpPr>
            <a:xfrm>
              <a:off x="11058042" y="5088325"/>
              <a:ext cx="213052" cy="717953"/>
              <a:chOff x="11058042" y="5088325"/>
              <a:chExt cx="213052" cy="717953"/>
            </a:xfrm>
          </p:grpSpPr>
          <p:sp>
            <p:nvSpPr>
              <p:cNvPr id="1214" name="Google Shape;1214;p38"/>
              <p:cNvSpPr/>
              <p:nvPr/>
            </p:nvSpPr>
            <p:spPr>
              <a:xfrm rot="-631368">
                <a:off x="11122592" y="5089982"/>
                <a:ext cx="83952" cy="714640"/>
              </a:xfrm>
              <a:custGeom>
                <a:avLst/>
                <a:gdLst/>
                <a:ahLst/>
                <a:cxnLst/>
                <a:rect l="l" t="t" r="r" b="b"/>
                <a:pathLst>
                  <a:path w="84010" h="715136" extrusionOk="0">
                    <a:moveTo>
                      <a:pt x="0" y="0"/>
                    </a:moveTo>
                    <a:lnTo>
                      <a:pt x="84010" y="0"/>
                    </a:lnTo>
                    <a:lnTo>
                      <a:pt x="84010" y="715137"/>
                    </a:lnTo>
                    <a:lnTo>
                      <a:pt x="0" y="71513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15" name="Google Shape;1215;p38"/>
              <p:cNvSpPr/>
              <p:nvPr/>
            </p:nvSpPr>
            <p:spPr>
              <a:xfrm rot="-631368">
                <a:off x="11154645" y="5271518"/>
                <a:ext cx="25985" cy="411004"/>
              </a:xfrm>
              <a:custGeom>
                <a:avLst/>
                <a:gdLst/>
                <a:ahLst/>
                <a:cxnLst/>
                <a:rect l="l" t="t" r="r" b="b"/>
                <a:pathLst>
                  <a:path w="26003" h="411289" extrusionOk="0">
                    <a:moveTo>
                      <a:pt x="0" y="0"/>
                    </a:moveTo>
                    <a:lnTo>
                      <a:pt x="26003" y="0"/>
                    </a:lnTo>
                    <a:lnTo>
                      <a:pt x="26003" y="411289"/>
                    </a:lnTo>
                    <a:lnTo>
                      <a:pt x="0" y="41128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grpSp>
        <p:nvGrpSpPr>
          <p:cNvPr id="1216" name="Google Shape;1216;p38"/>
          <p:cNvGrpSpPr/>
          <p:nvPr/>
        </p:nvGrpSpPr>
        <p:grpSpPr>
          <a:xfrm>
            <a:off x="580759" y="539494"/>
            <a:ext cx="426307" cy="643642"/>
            <a:chOff x="10572463" y="3528536"/>
            <a:chExt cx="580168" cy="875823"/>
          </a:xfrm>
        </p:grpSpPr>
        <p:grpSp>
          <p:nvGrpSpPr>
            <p:cNvPr id="1217" name="Google Shape;1217;p38"/>
            <p:cNvGrpSpPr/>
            <p:nvPr/>
          </p:nvGrpSpPr>
          <p:grpSpPr>
            <a:xfrm>
              <a:off x="10713815" y="3528536"/>
              <a:ext cx="438816" cy="746664"/>
              <a:chOff x="10713815" y="3528536"/>
              <a:chExt cx="438816" cy="746664"/>
            </a:xfrm>
          </p:grpSpPr>
          <p:sp>
            <p:nvSpPr>
              <p:cNvPr id="1218" name="Google Shape;1218;p38"/>
              <p:cNvSpPr/>
              <p:nvPr/>
            </p:nvSpPr>
            <p:spPr>
              <a:xfrm>
                <a:off x="10713815" y="3528536"/>
                <a:ext cx="438816" cy="746664"/>
              </a:xfrm>
              <a:custGeom>
                <a:avLst/>
                <a:gdLst/>
                <a:ahLst/>
                <a:cxnLst/>
                <a:rect l="l" t="t" r="r" b="b"/>
                <a:pathLst>
                  <a:path w="438816" h="746664" extrusionOk="0">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nvGrpSpPr>
              <p:cNvPr id="1219" name="Google Shape;1219;p38"/>
              <p:cNvGrpSpPr/>
              <p:nvPr/>
            </p:nvGrpSpPr>
            <p:grpSpPr>
              <a:xfrm>
                <a:off x="10776489" y="3625310"/>
                <a:ext cx="313848" cy="288226"/>
                <a:chOff x="10776489" y="3625310"/>
                <a:chExt cx="313848" cy="288226"/>
              </a:xfrm>
            </p:grpSpPr>
            <p:sp>
              <p:nvSpPr>
                <p:cNvPr id="1220" name="Google Shape;1220;p38"/>
                <p:cNvSpPr/>
                <p:nvPr/>
              </p:nvSpPr>
              <p:spPr>
                <a:xfrm>
                  <a:off x="10776489" y="362531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21" name="Google Shape;1221;p38"/>
                <p:cNvSpPr/>
                <p:nvPr/>
              </p:nvSpPr>
              <p:spPr>
                <a:xfrm>
                  <a:off x="10776489" y="367865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22" name="Google Shape;1222;p38"/>
                <p:cNvSpPr/>
                <p:nvPr/>
              </p:nvSpPr>
              <p:spPr>
                <a:xfrm>
                  <a:off x="10776489" y="3731990"/>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23" name="Google Shape;1223;p38"/>
                <p:cNvSpPr/>
                <p:nvPr/>
              </p:nvSpPr>
              <p:spPr>
                <a:xfrm>
                  <a:off x="10776489" y="378542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24" name="Google Shape;1224;p38"/>
                <p:cNvSpPr/>
                <p:nvPr/>
              </p:nvSpPr>
              <p:spPr>
                <a:xfrm>
                  <a:off x="10776489" y="3838765"/>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25" name="Google Shape;1225;p38"/>
                <p:cNvSpPr/>
                <p:nvPr/>
              </p:nvSpPr>
              <p:spPr>
                <a:xfrm>
                  <a:off x="10776489" y="3892105"/>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26" name="Google Shape;1226;p38"/>
              <p:cNvGrpSpPr/>
              <p:nvPr/>
            </p:nvGrpSpPr>
            <p:grpSpPr>
              <a:xfrm>
                <a:off x="10776489" y="3999547"/>
                <a:ext cx="313848" cy="181546"/>
                <a:chOff x="10776489" y="3999547"/>
                <a:chExt cx="313848" cy="181546"/>
              </a:xfrm>
            </p:grpSpPr>
            <p:sp>
              <p:nvSpPr>
                <p:cNvPr id="1227" name="Google Shape;1227;p38"/>
                <p:cNvSpPr/>
                <p:nvPr/>
              </p:nvSpPr>
              <p:spPr>
                <a:xfrm>
                  <a:off x="10776489" y="399954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28" name="Google Shape;1228;p38"/>
                <p:cNvSpPr/>
                <p:nvPr/>
              </p:nvSpPr>
              <p:spPr>
                <a:xfrm>
                  <a:off x="10776489" y="4052887"/>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29" name="Google Shape;1229;p38"/>
                <p:cNvSpPr/>
                <p:nvPr/>
              </p:nvSpPr>
              <p:spPr>
                <a:xfrm>
                  <a:off x="10776489" y="4106322"/>
                  <a:ext cx="313848" cy="21431"/>
                </a:xfrm>
                <a:custGeom>
                  <a:avLst/>
                  <a:gdLst/>
                  <a:ahLst/>
                  <a:cxnLst/>
                  <a:rect l="l" t="t" r="r" b="b"/>
                  <a:pathLst>
                    <a:path w="313848" h="21431" extrusionOk="0">
                      <a:moveTo>
                        <a:pt x="0" y="0"/>
                      </a:moveTo>
                      <a:lnTo>
                        <a:pt x="313848" y="0"/>
                      </a:lnTo>
                      <a:lnTo>
                        <a:pt x="313848" y="21431"/>
                      </a:lnTo>
                      <a:lnTo>
                        <a:pt x="0" y="21431"/>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30" name="Google Shape;1230;p38"/>
                <p:cNvSpPr/>
                <p:nvPr/>
              </p:nvSpPr>
              <p:spPr>
                <a:xfrm>
                  <a:off x="10776489" y="4159662"/>
                  <a:ext cx="184689" cy="21431"/>
                </a:xfrm>
                <a:custGeom>
                  <a:avLst/>
                  <a:gdLst/>
                  <a:ahLst/>
                  <a:cxnLst/>
                  <a:rect l="l" t="t" r="r" b="b"/>
                  <a:pathLst>
                    <a:path w="184689" h="21431" extrusionOk="0">
                      <a:moveTo>
                        <a:pt x="0" y="0"/>
                      </a:moveTo>
                      <a:lnTo>
                        <a:pt x="184690" y="0"/>
                      </a:lnTo>
                      <a:lnTo>
                        <a:pt x="184690" y="21431"/>
                      </a:lnTo>
                      <a:lnTo>
                        <a:pt x="0" y="21431"/>
                      </a:ln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sp>
            <p:nvSpPr>
              <p:cNvPr id="1231" name="Google Shape;1231;p38"/>
              <p:cNvSpPr/>
              <p:nvPr/>
            </p:nvSpPr>
            <p:spPr>
              <a:xfrm>
                <a:off x="11039951" y="3528536"/>
                <a:ext cx="112584" cy="112585"/>
              </a:xfrm>
              <a:custGeom>
                <a:avLst/>
                <a:gdLst/>
                <a:ahLst/>
                <a:cxnLst/>
                <a:rect l="l" t="t" r="r" b="b"/>
                <a:pathLst>
                  <a:path w="112584" h="112585" extrusionOk="0">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32" name="Google Shape;1232;p38"/>
            <p:cNvGrpSpPr/>
            <p:nvPr/>
          </p:nvGrpSpPr>
          <p:grpSpPr>
            <a:xfrm>
              <a:off x="10572463" y="3657790"/>
              <a:ext cx="438817" cy="746569"/>
              <a:chOff x="10572463" y="3657790"/>
              <a:chExt cx="438817" cy="746569"/>
            </a:xfrm>
          </p:grpSpPr>
          <p:sp>
            <p:nvSpPr>
              <p:cNvPr id="1233" name="Google Shape;1233;p38"/>
              <p:cNvSpPr/>
              <p:nvPr/>
            </p:nvSpPr>
            <p:spPr>
              <a:xfrm>
                <a:off x="10572463" y="3657790"/>
                <a:ext cx="438817" cy="746569"/>
              </a:xfrm>
              <a:custGeom>
                <a:avLst/>
                <a:gdLst/>
                <a:ahLst/>
                <a:cxnLst/>
                <a:rect l="l" t="t" r="r" b="b"/>
                <a:pathLst>
                  <a:path w="438817" h="746569" extrusionOk="0">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nvGrpSpPr>
              <p:cNvPr id="1234" name="Google Shape;1234;p38"/>
              <p:cNvGrpSpPr/>
              <p:nvPr/>
            </p:nvGrpSpPr>
            <p:grpSpPr>
              <a:xfrm>
                <a:off x="10635138" y="3754469"/>
                <a:ext cx="313848" cy="288321"/>
                <a:chOff x="10635138" y="3754469"/>
                <a:chExt cx="313848" cy="288321"/>
              </a:xfrm>
            </p:grpSpPr>
            <p:sp>
              <p:nvSpPr>
                <p:cNvPr id="1235" name="Google Shape;1235;p38"/>
                <p:cNvSpPr/>
                <p:nvPr/>
              </p:nvSpPr>
              <p:spPr>
                <a:xfrm>
                  <a:off x="10635138" y="375446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36" name="Google Shape;1236;p38"/>
                <p:cNvSpPr/>
                <p:nvPr/>
              </p:nvSpPr>
              <p:spPr>
                <a:xfrm>
                  <a:off x="10635138" y="380790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37" name="Google Shape;1237;p38"/>
                <p:cNvSpPr/>
                <p:nvPr/>
              </p:nvSpPr>
              <p:spPr>
                <a:xfrm>
                  <a:off x="10635138" y="386124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38" name="Google Shape;1238;p38"/>
                <p:cNvSpPr/>
                <p:nvPr/>
              </p:nvSpPr>
              <p:spPr>
                <a:xfrm>
                  <a:off x="10635138" y="3914584"/>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39" name="Google Shape;1239;p38"/>
                <p:cNvSpPr/>
                <p:nvPr/>
              </p:nvSpPr>
              <p:spPr>
                <a:xfrm>
                  <a:off x="10635138" y="3968019"/>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40" name="Google Shape;1240;p38"/>
                <p:cNvSpPr/>
                <p:nvPr/>
              </p:nvSpPr>
              <p:spPr>
                <a:xfrm>
                  <a:off x="10635138" y="4021359"/>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41" name="Google Shape;1241;p38"/>
              <p:cNvGrpSpPr/>
              <p:nvPr/>
            </p:nvGrpSpPr>
            <p:grpSpPr>
              <a:xfrm>
                <a:off x="10635138" y="4128801"/>
                <a:ext cx="313848" cy="181547"/>
                <a:chOff x="10635138" y="4128801"/>
                <a:chExt cx="313848" cy="181547"/>
              </a:xfrm>
            </p:grpSpPr>
            <p:sp>
              <p:nvSpPr>
                <p:cNvPr id="1242" name="Google Shape;1242;p38"/>
                <p:cNvSpPr/>
                <p:nvPr/>
              </p:nvSpPr>
              <p:spPr>
                <a:xfrm>
                  <a:off x="10635138" y="412880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43" name="Google Shape;1243;p38"/>
                <p:cNvSpPr/>
                <p:nvPr/>
              </p:nvSpPr>
              <p:spPr>
                <a:xfrm>
                  <a:off x="10635138" y="418214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44" name="Google Shape;1244;p38"/>
                <p:cNvSpPr/>
                <p:nvPr/>
              </p:nvSpPr>
              <p:spPr>
                <a:xfrm>
                  <a:off x="10635138" y="4235481"/>
                  <a:ext cx="313848" cy="21431"/>
                </a:xfrm>
                <a:custGeom>
                  <a:avLst/>
                  <a:gdLst/>
                  <a:ahLst/>
                  <a:cxnLst/>
                  <a:rect l="l" t="t" r="r" b="b"/>
                  <a:pathLst>
                    <a:path w="313848" h="21431" extrusionOk="0">
                      <a:moveTo>
                        <a:pt x="0" y="0"/>
                      </a:moveTo>
                      <a:lnTo>
                        <a:pt x="313849" y="0"/>
                      </a:lnTo>
                      <a:lnTo>
                        <a:pt x="313849" y="21431"/>
                      </a:lnTo>
                      <a:lnTo>
                        <a:pt x="0"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45" name="Google Shape;1245;p38"/>
                <p:cNvSpPr/>
                <p:nvPr/>
              </p:nvSpPr>
              <p:spPr>
                <a:xfrm>
                  <a:off x="10635138" y="4288917"/>
                  <a:ext cx="184689" cy="21431"/>
                </a:xfrm>
                <a:custGeom>
                  <a:avLst/>
                  <a:gdLst/>
                  <a:ahLst/>
                  <a:cxnLst/>
                  <a:rect l="l" t="t" r="r" b="b"/>
                  <a:pathLst>
                    <a:path w="184689" h="21431" extrusionOk="0">
                      <a:moveTo>
                        <a:pt x="0" y="0"/>
                      </a:moveTo>
                      <a:lnTo>
                        <a:pt x="184689" y="0"/>
                      </a:lnTo>
                      <a:lnTo>
                        <a:pt x="184689" y="21431"/>
                      </a:lnTo>
                      <a:lnTo>
                        <a:pt x="-1" y="21431"/>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sp>
            <p:nvSpPr>
              <p:cNvPr id="1246" name="Google Shape;1246;p38"/>
              <p:cNvSpPr/>
              <p:nvPr/>
            </p:nvSpPr>
            <p:spPr>
              <a:xfrm>
                <a:off x="10898599" y="3657790"/>
                <a:ext cx="112586" cy="112585"/>
              </a:xfrm>
              <a:custGeom>
                <a:avLst/>
                <a:gdLst/>
                <a:ahLst/>
                <a:cxnLst/>
                <a:rect l="l" t="t" r="r" b="b"/>
                <a:pathLst>
                  <a:path w="112586" h="112585" extrusionOk="0">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grpSp>
        <p:nvGrpSpPr>
          <p:cNvPr id="1247" name="Google Shape;1247;p38"/>
          <p:cNvGrpSpPr/>
          <p:nvPr/>
        </p:nvGrpSpPr>
        <p:grpSpPr>
          <a:xfrm>
            <a:off x="755174" y="1181737"/>
            <a:ext cx="18197" cy="243247"/>
            <a:chOff x="10809827" y="4402455"/>
            <a:chExt cx="24764" cy="330993"/>
          </a:xfrm>
        </p:grpSpPr>
        <p:sp>
          <p:nvSpPr>
            <p:cNvPr id="1248" name="Google Shape;1248;p38"/>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49" name="Google Shape;1249;p38"/>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50" name="Google Shape;1250;p38"/>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51" name="Google Shape;1251;p38"/>
          <p:cNvGrpSpPr/>
          <p:nvPr/>
        </p:nvGrpSpPr>
        <p:grpSpPr>
          <a:xfrm>
            <a:off x="7595314" y="1536380"/>
            <a:ext cx="363177" cy="451073"/>
            <a:chOff x="7385113" y="1535430"/>
            <a:chExt cx="435673" cy="541115"/>
          </a:xfrm>
        </p:grpSpPr>
        <p:sp>
          <p:nvSpPr>
            <p:cNvPr id="1252" name="Google Shape;1252;p38"/>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nvGrpSpPr>
            <p:cNvPr id="1253" name="Google Shape;1253;p38"/>
            <p:cNvGrpSpPr/>
            <p:nvPr/>
          </p:nvGrpSpPr>
          <p:grpSpPr>
            <a:xfrm>
              <a:off x="7612094" y="1566576"/>
              <a:ext cx="164781" cy="41529"/>
              <a:chOff x="7612094" y="1566576"/>
              <a:chExt cx="164781" cy="41529"/>
            </a:xfrm>
          </p:grpSpPr>
          <p:sp>
            <p:nvSpPr>
              <p:cNvPr id="1254" name="Google Shape;1254;p38"/>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55" name="Google Shape;1255;p38"/>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56" name="Google Shape;1256;p38"/>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grpSp>
        <p:nvGrpSpPr>
          <p:cNvPr id="1257" name="Google Shape;1257;p38"/>
          <p:cNvGrpSpPr/>
          <p:nvPr/>
        </p:nvGrpSpPr>
        <p:grpSpPr>
          <a:xfrm>
            <a:off x="7624772" y="1623323"/>
            <a:ext cx="299338" cy="313076"/>
            <a:chOff x="7420451" y="1639728"/>
            <a:chExt cx="359091" cy="375571"/>
          </a:xfrm>
        </p:grpSpPr>
        <p:sp>
          <p:nvSpPr>
            <p:cNvPr id="1258" name="Google Shape;1258;p38"/>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59" name="Google Shape;1259;p38"/>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60" name="Google Shape;1260;p38"/>
          <p:cNvGrpSpPr/>
          <p:nvPr/>
        </p:nvGrpSpPr>
        <p:grpSpPr>
          <a:xfrm>
            <a:off x="8216550" y="1526835"/>
            <a:ext cx="396068" cy="717683"/>
            <a:chOff x="1945386" y="5582316"/>
            <a:chExt cx="470725" cy="852963"/>
          </a:xfrm>
        </p:grpSpPr>
        <p:grpSp>
          <p:nvGrpSpPr>
            <p:cNvPr id="1261" name="Google Shape;1261;p38"/>
            <p:cNvGrpSpPr/>
            <p:nvPr/>
          </p:nvGrpSpPr>
          <p:grpSpPr>
            <a:xfrm>
              <a:off x="1945386" y="5582316"/>
              <a:ext cx="470725" cy="852963"/>
              <a:chOff x="1945386" y="5582316"/>
              <a:chExt cx="470725" cy="852963"/>
            </a:xfrm>
          </p:grpSpPr>
          <p:sp>
            <p:nvSpPr>
              <p:cNvPr id="1262" name="Google Shape;1262;p38"/>
              <p:cNvSpPr/>
              <p:nvPr/>
            </p:nvSpPr>
            <p:spPr>
              <a:xfrm>
                <a:off x="1945386" y="5582316"/>
                <a:ext cx="470725" cy="852963"/>
              </a:xfrm>
              <a:custGeom>
                <a:avLst/>
                <a:gdLst/>
                <a:ahLst/>
                <a:cxnLst/>
                <a:rect l="l" t="t" r="r" b="b"/>
                <a:pathLst>
                  <a:path w="470725" h="852963" extrusionOk="0">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63" name="Google Shape;1263;p38"/>
              <p:cNvSpPr/>
              <p:nvPr/>
            </p:nvSpPr>
            <p:spPr>
              <a:xfrm>
                <a:off x="1965864" y="5625846"/>
                <a:ext cx="429577" cy="699420"/>
              </a:xfrm>
              <a:custGeom>
                <a:avLst/>
                <a:gdLst/>
                <a:ahLst/>
                <a:cxnLst/>
                <a:rect l="l" t="t" r="r" b="b"/>
                <a:pathLst>
                  <a:path w="429577" h="699420" extrusionOk="0">
                    <a:moveTo>
                      <a:pt x="0" y="0"/>
                    </a:moveTo>
                    <a:lnTo>
                      <a:pt x="429578" y="0"/>
                    </a:lnTo>
                    <a:lnTo>
                      <a:pt x="429578" y="699421"/>
                    </a:lnTo>
                    <a:lnTo>
                      <a:pt x="0" y="699421"/>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sp>
          <p:nvSpPr>
            <p:cNvPr id="1264" name="Google Shape;1264;p38"/>
            <p:cNvSpPr/>
            <p:nvPr/>
          </p:nvSpPr>
          <p:spPr>
            <a:xfrm>
              <a:off x="1986438" y="6371462"/>
              <a:ext cx="388334" cy="32194"/>
            </a:xfrm>
            <a:custGeom>
              <a:avLst/>
              <a:gdLst/>
              <a:ahLst/>
              <a:cxnLst/>
              <a:rect l="l" t="t" r="r" b="b"/>
              <a:pathLst>
                <a:path w="388334" h="32194" extrusionOk="0">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65" name="Google Shape;1265;p38"/>
          <p:cNvGrpSpPr/>
          <p:nvPr/>
        </p:nvGrpSpPr>
        <p:grpSpPr>
          <a:xfrm>
            <a:off x="7883601" y="539492"/>
            <a:ext cx="1061979" cy="558999"/>
            <a:chOff x="3859815" y="2867310"/>
            <a:chExt cx="1262157" cy="664368"/>
          </a:xfrm>
        </p:grpSpPr>
        <p:sp>
          <p:nvSpPr>
            <p:cNvPr id="1266" name="Google Shape;1266;p38"/>
            <p:cNvSpPr/>
            <p:nvPr/>
          </p:nvSpPr>
          <p:spPr>
            <a:xfrm>
              <a:off x="3859815" y="2867310"/>
              <a:ext cx="1262157" cy="664368"/>
            </a:xfrm>
            <a:custGeom>
              <a:avLst/>
              <a:gdLst/>
              <a:ahLst/>
              <a:cxnLst/>
              <a:rect l="l" t="t" r="r" b="b"/>
              <a:pathLst>
                <a:path w="1262157" h="664368" extrusionOk="0">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nvGrpSpPr>
            <p:cNvPr id="1267" name="Google Shape;1267;p38"/>
            <p:cNvGrpSpPr/>
            <p:nvPr/>
          </p:nvGrpSpPr>
          <p:grpSpPr>
            <a:xfrm>
              <a:off x="4275677" y="3065525"/>
              <a:ext cx="334517" cy="380047"/>
              <a:chOff x="4275677" y="3065525"/>
              <a:chExt cx="334517" cy="380047"/>
            </a:xfrm>
          </p:grpSpPr>
          <p:grpSp>
            <p:nvGrpSpPr>
              <p:cNvPr id="1268" name="Google Shape;1268;p38"/>
              <p:cNvGrpSpPr/>
              <p:nvPr/>
            </p:nvGrpSpPr>
            <p:grpSpPr>
              <a:xfrm>
                <a:off x="4275677" y="3065525"/>
                <a:ext cx="334517" cy="380047"/>
                <a:chOff x="4275677" y="3065525"/>
                <a:chExt cx="334517" cy="380047"/>
              </a:xfrm>
            </p:grpSpPr>
            <p:grpSp>
              <p:nvGrpSpPr>
                <p:cNvPr id="1269" name="Google Shape;1269;p38"/>
                <p:cNvGrpSpPr/>
                <p:nvPr/>
              </p:nvGrpSpPr>
              <p:grpSpPr>
                <a:xfrm>
                  <a:off x="4275677" y="3301269"/>
                  <a:ext cx="334422" cy="144303"/>
                  <a:chOff x="4275677" y="3301269"/>
                  <a:chExt cx="334422" cy="144303"/>
                </a:xfrm>
              </p:grpSpPr>
              <p:sp>
                <p:nvSpPr>
                  <p:cNvPr id="1270" name="Google Shape;1270;p38"/>
                  <p:cNvSpPr/>
                  <p:nvPr/>
                </p:nvSpPr>
                <p:spPr>
                  <a:xfrm>
                    <a:off x="4275677" y="333165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71" name="Google Shape;1271;p38"/>
                  <p:cNvSpPr/>
                  <p:nvPr/>
                </p:nvSpPr>
                <p:spPr>
                  <a:xfrm>
                    <a:off x="4275772" y="3301269"/>
                    <a:ext cx="334327" cy="60769"/>
                  </a:xfrm>
                  <a:custGeom>
                    <a:avLst/>
                    <a:gdLst/>
                    <a:ahLst/>
                    <a:cxnLst/>
                    <a:rect l="l" t="t" r="r" b="b"/>
                    <a:pathLst>
                      <a:path w="334327" h="60769" extrusionOk="0">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72" name="Google Shape;1272;p38"/>
                <p:cNvGrpSpPr/>
                <p:nvPr/>
              </p:nvGrpSpPr>
              <p:grpSpPr>
                <a:xfrm>
                  <a:off x="4275677" y="3183350"/>
                  <a:ext cx="334422" cy="144302"/>
                  <a:chOff x="4275677" y="3183350"/>
                  <a:chExt cx="334422" cy="144302"/>
                </a:xfrm>
              </p:grpSpPr>
              <p:sp>
                <p:nvSpPr>
                  <p:cNvPr id="1273" name="Google Shape;1273;p38"/>
                  <p:cNvSpPr/>
                  <p:nvPr/>
                </p:nvSpPr>
                <p:spPr>
                  <a:xfrm>
                    <a:off x="4275677" y="3213734"/>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74" name="Google Shape;1274;p38"/>
                  <p:cNvSpPr/>
                  <p:nvPr/>
                </p:nvSpPr>
                <p:spPr>
                  <a:xfrm>
                    <a:off x="4275772" y="3183350"/>
                    <a:ext cx="334327" cy="60769"/>
                  </a:xfrm>
                  <a:custGeom>
                    <a:avLst/>
                    <a:gdLst/>
                    <a:ahLst/>
                    <a:cxnLst/>
                    <a:rect l="l" t="t" r="r" b="b"/>
                    <a:pathLst>
                      <a:path w="334327" h="60769" extrusionOk="0">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75" name="Google Shape;1275;p38"/>
                <p:cNvGrpSpPr/>
                <p:nvPr/>
              </p:nvGrpSpPr>
              <p:grpSpPr>
                <a:xfrm>
                  <a:off x="4275677" y="3065525"/>
                  <a:ext cx="334517" cy="144303"/>
                  <a:chOff x="4275677" y="3065525"/>
                  <a:chExt cx="334517" cy="144303"/>
                </a:xfrm>
              </p:grpSpPr>
              <p:sp>
                <p:nvSpPr>
                  <p:cNvPr id="1276" name="Google Shape;1276;p38"/>
                  <p:cNvSpPr/>
                  <p:nvPr/>
                </p:nvSpPr>
                <p:spPr>
                  <a:xfrm>
                    <a:off x="4275677" y="3095910"/>
                    <a:ext cx="334422" cy="113918"/>
                  </a:xfrm>
                  <a:custGeom>
                    <a:avLst/>
                    <a:gdLst/>
                    <a:ahLst/>
                    <a:cxnLst/>
                    <a:rect l="l" t="t" r="r" b="b"/>
                    <a:pathLst>
                      <a:path w="334422" h="113918" extrusionOk="0">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77" name="Google Shape;1277;p38"/>
                  <p:cNvSpPr/>
                  <p:nvPr/>
                </p:nvSpPr>
                <p:spPr>
                  <a:xfrm>
                    <a:off x="4275867" y="3065525"/>
                    <a:ext cx="334327" cy="60769"/>
                  </a:xfrm>
                  <a:custGeom>
                    <a:avLst/>
                    <a:gdLst/>
                    <a:ahLst/>
                    <a:cxnLst/>
                    <a:rect l="l" t="t" r="r" b="b"/>
                    <a:pathLst>
                      <a:path w="334327" h="60769" extrusionOk="0">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sp>
            <p:nvSpPr>
              <p:cNvPr id="1278" name="Google Shape;1278;p38"/>
              <p:cNvSpPr/>
              <p:nvPr/>
            </p:nvSpPr>
            <p:spPr>
              <a:xfrm>
                <a:off x="4529994" y="3140487"/>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79" name="Google Shape;1279;p38"/>
              <p:cNvSpPr/>
              <p:nvPr/>
            </p:nvSpPr>
            <p:spPr>
              <a:xfrm>
                <a:off x="4529994" y="3256216"/>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80" name="Google Shape;1280;p38"/>
              <p:cNvSpPr/>
              <p:nvPr/>
            </p:nvSpPr>
            <p:spPr>
              <a:xfrm>
                <a:off x="4529994" y="3377088"/>
                <a:ext cx="38100" cy="38100"/>
              </a:xfrm>
              <a:custGeom>
                <a:avLst/>
                <a:gdLst/>
                <a:ahLst/>
                <a:cxnLst/>
                <a:rect l="l" t="t" r="r" b="b"/>
                <a:pathLst>
                  <a:path w="38100" h="38100" extrusionOk="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grpSp>
        <p:nvGrpSpPr>
          <p:cNvPr id="1281" name="Google Shape;1281;p38"/>
          <p:cNvGrpSpPr/>
          <p:nvPr/>
        </p:nvGrpSpPr>
        <p:grpSpPr>
          <a:xfrm>
            <a:off x="8377144" y="1093568"/>
            <a:ext cx="33124" cy="442802"/>
            <a:chOff x="10809827" y="4402455"/>
            <a:chExt cx="24764" cy="330993"/>
          </a:xfrm>
        </p:grpSpPr>
        <p:sp>
          <p:nvSpPr>
            <p:cNvPr id="1282" name="Google Shape;1282;p38"/>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83" name="Google Shape;1283;p38"/>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84" name="Google Shape;1284;p38"/>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grpSp>
        <p:nvGrpSpPr>
          <p:cNvPr id="1285" name="Google Shape;1285;p38"/>
          <p:cNvGrpSpPr/>
          <p:nvPr/>
        </p:nvGrpSpPr>
        <p:grpSpPr>
          <a:xfrm rot="-5400000">
            <a:off x="8079918" y="1536387"/>
            <a:ext cx="18197" cy="243247"/>
            <a:chOff x="10809827" y="4402455"/>
            <a:chExt cx="24764" cy="330993"/>
          </a:xfrm>
        </p:grpSpPr>
        <p:sp>
          <p:nvSpPr>
            <p:cNvPr id="1286" name="Google Shape;1286;p38"/>
            <p:cNvSpPr/>
            <p:nvPr/>
          </p:nvSpPr>
          <p:spPr>
            <a:xfrm>
              <a:off x="10822209" y="4414266"/>
              <a:ext cx="9525" cy="307467"/>
            </a:xfrm>
            <a:custGeom>
              <a:avLst/>
              <a:gdLst/>
              <a:ahLst/>
              <a:cxnLst/>
              <a:rect l="l" t="t" r="r" b="b"/>
              <a:pathLst>
                <a:path w="9525" h="307467" extrusionOk="0">
                  <a:moveTo>
                    <a:pt x="-1" y="307467"/>
                  </a:moveTo>
                  <a:lnTo>
                    <a:pt x="-1" y="0"/>
                  </a:lnTo>
                </a:path>
              </a:pathLst>
            </a:custGeom>
            <a:solidFill>
              <a:schemeClr val="accent4"/>
            </a:solid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87" name="Google Shape;1287;p38"/>
            <p:cNvSpPr/>
            <p:nvPr/>
          </p:nvSpPr>
          <p:spPr>
            <a:xfrm>
              <a:off x="10809827" y="4708683"/>
              <a:ext cx="24764" cy="24765"/>
            </a:xfrm>
            <a:custGeom>
              <a:avLst/>
              <a:gdLst/>
              <a:ahLst/>
              <a:cxnLst/>
              <a:rect l="l" t="t" r="r" b="b"/>
              <a:pathLst>
                <a:path w="24764" h="24765" extrusionOk="0">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88" name="Google Shape;1288;p38"/>
            <p:cNvSpPr/>
            <p:nvPr/>
          </p:nvSpPr>
          <p:spPr>
            <a:xfrm>
              <a:off x="10809827" y="4402455"/>
              <a:ext cx="24764" cy="24764"/>
            </a:xfrm>
            <a:custGeom>
              <a:avLst/>
              <a:gdLst/>
              <a:ahLst/>
              <a:cxnLst/>
              <a:rect l="l" t="t" r="r" b="b"/>
              <a:pathLst>
                <a:path w="24764" h="24764" extrusionOk="0">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cxnSp>
        <p:nvCxnSpPr>
          <p:cNvPr id="1289" name="Google Shape;1289;p38"/>
          <p:cNvCxnSpPr>
            <a:stCxn id="1175" idx="0"/>
            <a:endCxn id="1176" idx="0"/>
          </p:cNvCxnSpPr>
          <p:nvPr/>
        </p:nvCxnSpPr>
        <p:spPr>
          <a:xfrm rot="-5400000" flipH="1">
            <a:off x="4578618" y="-3176937"/>
            <a:ext cx="600" cy="7629300"/>
          </a:xfrm>
          <a:prstGeom prst="bentConnector3">
            <a:avLst>
              <a:gd name="adj1" fmla="val -73522917"/>
            </a:avLst>
          </a:prstGeom>
          <a:noFill/>
          <a:ln w="19050" cap="flat" cmpd="sng">
            <a:solidFill>
              <a:schemeClr val="accent4"/>
            </a:solidFill>
            <a:prstDash val="dashDot"/>
            <a:round/>
            <a:headEnd type="oval" w="med" len="med"/>
            <a:tailEnd type="oval" w="med" len="med"/>
          </a:ln>
        </p:spPr>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Google Shape;1294;p39"/>
          <p:cNvSpPr txBox="1">
            <a:spLocks noGrp="1"/>
          </p:cNvSpPr>
          <p:nvPr>
            <p:ph type="title"/>
          </p:nvPr>
        </p:nvSpPr>
        <p:spPr>
          <a:xfrm>
            <a:off x="713225" y="1477363"/>
            <a:ext cx="6576000" cy="1526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4,498,300,000</a:t>
            </a:r>
            <a:endParaRPr>
              <a:latin typeface="Roboto Medium" panose="020B0604020202020204" charset="0"/>
              <a:ea typeface="Roboto Medium" panose="020B0604020202020204" charset="0"/>
            </a:endParaRPr>
          </a:p>
        </p:txBody>
      </p:sp>
      <p:sp>
        <p:nvSpPr>
          <p:cNvPr id="1295" name="Google Shape;1295;p39"/>
          <p:cNvSpPr txBox="1">
            <a:spLocks noGrp="1"/>
          </p:cNvSpPr>
          <p:nvPr>
            <p:ph type="subTitle" idx="1"/>
          </p:nvPr>
        </p:nvSpPr>
        <p:spPr>
          <a:xfrm>
            <a:off x="713225" y="3169038"/>
            <a:ext cx="6576000" cy="4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rial (Body)"/>
                <a:ea typeface="Roboto Medium" panose="020B0604020202020204" charset="0"/>
              </a:rPr>
              <a:t>Number of users analyzed in our market research</a:t>
            </a:r>
            <a:endParaRPr>
              <a:latin typeface="Arial (Body)"/>
              <a:ea typeface="Roboto Medium" panose="020B0604020202020204" charset="0"/>
            </a:endParaRPr>
          </a:p>
        </p:txBody>
      </p:sp>
      <p:grpSp>
        <p:nvGrpSpPr>
          <p:cNvPr id="1296" name="Google Shape;1296;p39"/>
          <p:cNvGrpSpPr/>
          <p:nvPr/>
        </p:nvGrpSpPr>
        <p:grpSpPr>
          <a:xfrm>
            <a:off x="254436" y="628824"/>
            <a:ext cx="917374" cy="683570"/>
            <a:chOff x="1914620" y="1930431"/>
            <a:chExt cx="572929" cy="426911"/>
          </a:xfrm>
        </p:grpSpPr>
        <p:grpSp>
          <p:nvGrpSpPr>
            <p:cNvPr id="1297" name="Google Shape;1297;p39"/>
            <p:cNvGrpSpPr/>
            <p:nvPr/>
          </p:nvGrpSpPr>
          <p:grpSpPr>
            <a:xfrm>
              <a:off x="1914620" y="1930431"/>
              <a:ext cx="572929" cy="426911"/>
              <a:chOff x="1914620" y="1930431"/>
              <a:chExt cx="572929" cy="426911"/>
            </a:xfrm>
          </p:grpSpPr>
          <p:sp>
            <p:nvSpPr>
              <p:cNvPr id="1298" name="Google Shape;1298;p39"/>
              <p:cNvSpPr/>
              <p:nvPr/>
            </p:nvSpPr>
            <p:spPr>
              <a:xfrm>
                <a:off x="2042160" y="1930431"/>
                <a:ext cx="445389" cy="299466"/>
              </a:xfrm>
              <a:custGeom>
                <a:avLst/>
                <a:gdLst/>
                <a:ahLst/>
                <a:cxnLst/>
                <a:rect l="l" t="t" r="r" b="b"/>
                <a:pathLst>
                  <a:path w="445389" h="299466" extrusionOk="0">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299" name="Google Shape;1299;p39"/>
              <p:cNvSpPr/>
              <p:nvPr/>
            </p:nvSpPr>
            <p:spPr>
              <a:xfrm>
                <a:off x="1978342" y="1994058"/>
                <a:ext cx="445389" cy="299465"/>
              </a:xfrm>
              <a:custGeom>
                <a:avLst/>
                <a:gdLst/>
                <a:ahLst/>
                <a:cxnLst/>
                <a:rect l="l" t="t" r="r" b="b"/>
                <a:pathLst>
                  <a:path w="445389" h="299465"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sp>
            <p:nvSpPr>
              <p:cNvPr id="1300" name="Google Shape;1300;p39"/>
              <p:cNvSpPr/>
              <p:nvPr/>
            </p:nvSpPr>
            <p:spPr>
              <a:xfrm>
                <a:off x="1914620" y="2057876"/>
                <a:ext cx="445389" cy="299466"/>
              </a:xfrm>
              <a:custGeom>
                <a:avLst/>
                <a:gdLst/>
                <a:ahLst/>
                <a:cxnLst/>
                <a:rect l="l" t="t" r="r" b="b"/>
                <a:pathLst>
                  <a:path w="445389" h="299466" extrusionOk="0">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sp>
          <p:nvSpPr>
            <p:cNvPr id="1301" name="Google Shape;1301;p39"/>
            <p:cNvSpPr/>
            <p:nvPr/>
          </p:nvSpPr>
          <p:spPr>
            <a:xfrm>
              <a:off x="2024157" y="2180272"/>
              <a:ext cx="222980" cy="101917"/>
            </a:xfrm>
            <a:custGeom>
              <a:avLst/>
              <a:gdLst/>
              <a:ahLst/>
              <a:cxnLst/>
              <a:rect l="l" t="t" r="r" b="b"/>
              <a:pathLst>
                <a:path w="222980" h="101917" extrusionOk="0">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Roboto Medium" panose="020B0604020202020204" charset="0"/>
                <a:ea typeface="Roboto Medium" panose="020B0604020202020204" charset="0"/>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5"/>
        <p:cNvGrpSpPr/>
        <p:nvPr/>
      </p:nvGrpSpPr>
      <p:grpSpPr>
        <a:xfrm>
          <a:off x="0" y="0"/>
          <a:ext cx="0" cy="0"/>
          <a:chOff x="0" y="0"/>
          <a:chExt cx="0" cy="0"/>
        </a:xfrm>
      </p:grpSpPr>
      <p:sp>
        <p:nvSpPr>
          <p:cNvPr id="1306" name="Google Shape;1306;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Revenue by quarter</a:t>
            </a:r>
            <a:endParaRPr>
              <a:latin typeface="Roboto Medium" panose="020B0604020202020204" charset="0"/>
              <a:ea typeface="Roboto Medium" panose="020B0604020202020204" charset="0"/>
            </a:endParaRPr>
          </a:p>
        </p:txBody>
      </p:sp>
      <p:sp>
        <p:nvSpPr>
          <p:cNvPr id="1307" name="Google Shape;1307;p40"/>
          <p:cNvSpPr txBox="1">
            <a:spLocks noGrp="1"/>
          </p:cNvSpPr>
          <p:nvPr>
            <p:ph type="title" idx="4294967295"/>
          </p:nvPr>
        </p:nvSpPr>
        <p:spPr>
          <a:xfrm>
            <a:off x="6570563" y="3610636"/>
            <a:ext cx="1673100"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Roboto Medium" panose="020B0604020202020204" charset="0"/>
                <a:ea typeface="Roboto Medium" panose="020B0604020202020204" charset="0"/>
              </a:rPr>
              <a:t>Q4</a:t>
            </a:r>
            <a:endParaRPr sz="2400">
              <a:latin typeface="Roboto Medium" panose="020B0604020202020204" charset="0"/>
              <a:ea typeface="Roboto Medium" panose="020B0604020202020204" charset="0"/>
            </a:endParaRPr>
          </a:p>
        </p:txBody>
      </p:sp>
      <p:sp>
        <p:nvSpPr>
          <p:cNvPr id="1308" name="Google Shape;1308;p40"/>
          <p:cNvSpPr txBox="1">
            <a:spLocks noGrp="1"/>
          </p:cNvSpPr>
          <p:nvPr>
            <p:ph type="subTitle" idx="4294967295"/>
          </p:nvPr>
        </p:nvSpPr>
        <p:spPr>
          <a:xfrm>
            <a:off x="6570563" y="3911600"/>
            <a:ext cx="1673100" cy="358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October - December</a:t>
            </a:r>
            <a:endParaRPr/>
          </a:p>
        </p:txBody>
      </p:sp>
      <p:sp>
        <p:nvSpPr>
          <p:cNvPr id="1309" name="Google Shape;1309;p40"/>
          <p:cNvSpPr txBox="1">
            <a:spLocks noGrp="1"/>
          </p:cNvSpPr>
          <p:nvPr>
            <p:ph type="title" idx="4294967295"/>
          </p:nvPr>
        </p:nvSpPr>
        <p:spPr>
          <a:xfrm>
            <a:off x="6570563" y="2856307"/>
            <a:ext cx="1673100"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Roboto Medium" panose="020B0604020202020204" charset="0"/>
                <a:ea typeface="Roboto Medium" panose="020B0604020202020204" charset="0"/>
              </a:rPr>
              <a:t>Q3</a:t>
            </a:r>
            <a:endParaRPr sz="2400">
              <a:latin typeface="Roboto Medium" panose="020B0604020202020204" charset="0"/>
              <a:ea typeface="Roboto Medium" panose="020B0604020202020204" charset="0"/>
            </a:endParaRPr>
          </a:p>
        </p:txBody>
      </p:sp>
      <p:sp>
        <p:nvSpPr>
          <p:cNvPr id="1310" name="Google Shape;1310;p40"/>
          <p:cNvSpPr txBox="1">
            <a:spLocks noGrp="1"/>
          </p:cNvSpPr>
          <p:nvPr>
            <p:ph type="subTitle" idx="4294967295"/>
          </p:nvPr>
        </p:nvSpPr>
        <p:spPr>
          <a:xfrm>
            <a:off x="6570563" y="3157271"/>
            <a:ext cx="1673100" cy="358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July - September</a:t>
            </a:r>
            <a:endParaRPr/>
          </a:p>
        </p:txBody>
      </p:sp>
      <p:sp>
        <p:nvSpPr>
          <p:cNvPr id="1311" name="Google Shape;1311;p40"/>
          <p:cNvSpPr txBox="1">
            <a:spLocks noGrp="1"/>
          </p:cNvSpPr>
          <p:nvPr>
            <p:ph type="title" idx="4294967295"/>
          </p:nvPr>
        </p:nvSpPr>
        <p:spPr>
          <a:xfrm>
            <a:off x="6570563" y="2101979"/>
            <a:ext cx="1673100"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Roboto Medium" panose="020B0604020202020204" charset="0"/>
                <a:ea typeface="Roboto Medium" panose="020B0604020202020204" charset="0"/>
              </a:rPr>
              <a:t>Q2</a:t>
            </a:r>
            <a:endParaRPr sz="2400">
              <a:latin typeface="Roboto Medium" panose="020B0604020202020204" charset="0"/>
              <a:ea typeface="Roboto Medium" panose="020B0604020202020204" charset="0"/>
            </a:endParaRPr>
          </a:p>
        </p:txBody>
      </p:sp>
      <p:sp>
        <p:nvSpPr>
          <p:cNvPr id="1312" name="Google Shape;1312;p40"/>
          <p:cNvSpPr txBox="1">
            <a:spLocks noGrp="1"/>
          </p:cNvSpPr>
          <p:nvPr>
            <p:ph type="subTitle" idx="4294967295"/>
          </p:nvPr>
        </p:nvSpPr>
        <p:spPr>
          <a:xfrm>
            <a:off x="6570563" y="2402943"/>
            <a:ext cx="1673100" cy="358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April - June</a:t>
            </a:r>
            <a:endParaRPr/>
          </a:p>
        </p:txBody>
      </p:sp>
      <p:sp>
        <p:nvSpPr>
          <p:cNvPr id="1313" name="Google Shape;1313;p40"/>
          <p:cNvSpPr txBox="1">
            <a:spLocks noGrp="1"/>
          </p:cNvSpPr>
          <p:nvPr>
            <p:ph type="title" idx="4294967295"/>
          </p:nvPr>
        </p:nvSpPr>
        <p:spPr>
          <a:xfrm>
            <a:off x="6570563" y="1347650"/>
            <a:ext cx="1673100" cy="35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latin typeface="Roboto Medium" panose="020B0604020202020204" charset="0"/>
                <a:ea typeface="Roboto Medium" panose="020B0604020202020204" charset="0"/>
              </a:rPr>
              <a:t>Q1</a:t>
            </a:r>
            <a:endParaRPr sz="2400">
              <a:latin typeface="Roboto Medium" panose="020B0604020202020204" charset="0"/>
              <a:ea typeface="Roboto Medium" panose="020B0604020202020204" charset="0"/>
            </a:endParaRPr>
          </a:p>
        </p:txBody>
      </p:sp>
      <p:sp>
        <p:nvSpPr>
          <p:cNvPr id="1314" name="Google Shape;1314;p40"/>
          <p:cNvSpPr txBox="1">
            <a:spLocks noGrp="1"/>
          </p:cNvSpPr>
          <p:nvPr>
            <p:ph type="subTitle" idx="4294967295"/>
          </p:nvPr>
        </p:nvSpPr>
        <p:spPr>
          <a:xfrm>
            <a:off x="6570563" y="1648614"/>
            <a:ext cx="1673100" cy="358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January - March</a:t>
            </a:r>
            <a:endParaRPr/>
          </a:p>
        </p:txBody>
      </p:sp>
      <p:sp>
        <p:nvSpPr>
          <p:cNvPr id="1315" name="Google Shape;1315;p40"/>
          <p:cNvSpPr/>
          <p:nvPr/>
        </p:nvSpPr>
        <p:spPr>
          <a:xfrm>
            <a:off x="6346063" y="1312325"/>
            <a:ext cx="183300" cy="183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0"/>
          <p:cNvSpPr/>
          <p:nvPr/>
        </p:nvSpPr>
        <p:spPr>
          <a:xfrm>
            <a:off x="6346063" y="2067250"/>
            <a:ext cx="183300" cy="183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0"/>
          <p:cNvSpPr/>
          <p:nvPr/>
        </p:nvSpPr>
        <p:spPr>
          <a:xfrm>
            <a:off x="6346063" y="2822175"/>
            <a:ext cx="183300" cy="183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0"/>
          <p:cNvSpPr/>
          <p:nvPr/>
        </p:nvSpPr>
        <p:spPr>
          <a:xfrm>
            <a:off x="6346063" y="3577100"/>
            <a:ext cx="183300" cy="183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0"/>
          <p:cNvSpPr txBox="1"/>
          <p:nvPr/>
        </p:nvSpPr>
        <p:spPr>
          <a:xfrm>
            <a:off x="981900" y="4435100"/>
            <a:ext cx="7180200" cy="214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Open Sans"/>
                <a:ea typeface="Open Sans"/>
                <a:cs typeface="Open Sans"/>
                <a:sym typeface="Open Sans"/>
              </a:rPr>
              <a:t>Follow the link in the graph to modify its data and then paste the new one here. </a:t>
            </a:r>
            <a:r>
              <a:rPr lang="en" sz="1000" b="1" u="sng">
                <a:solidFill>
                  <a:schemeClr val="dk1"/>
                </a:solidFill>
                <a:latin typeface="Open Sans"/>
                <a:ea typeface="Open Sans"/>
                <a:cs typeface="Open Sans"/>
                <a:sym typeface="Open Sans"/>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For more info, click here</a:t>
            </a:r>
            <a:endParaRPr sz="1000" b="1">
              <a:solidFill>
                <a:schemeClr val="dk1"/>
              </a:solidFill>
              <a:latin typeface="Open Sans"/>
              <a:ea typeface="Open Sans"/>
              <a:cs typeface="Open Sans"/>
              <a:sym typeface="Open Sans"/>
            </a:endParaRPr>
          </a:p>
        </p:txBody>
      </p:sp>
      <p:pic>
        <p:nvPicPr>
          <p:cNvPr id="1320" name="Google Shape;1320;p40" title="Chart">
            <a:hlinkClick r:id="rId4"/>
          </p:cNvPr>
          <p:cNvPicPr preferRelativeResize="0"/>
          <p:nvPr/>
        </p:nvPicPr>
        <p:blipFill>
          <a:blip r:embed="rId5">
            <a:alphaModFix/>
          </a:blip>
          <a:stretch>
            <a:fillRect/>
          </a:stretch>
        </p:blipFill>
        <p:spPr>
          <a:xfrm>
            <a:off x="720000" y="1180958"/>
            <a:ext cx="5033856" cy="3112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4"/>
        <p:cNvGrpSpPr/>
        <p:nvPr/>
      </p:nvGrpSpPr>
      <p:grpSpPr>
        <a:xfrm>
          <a:off x="0" y="0"/>
          <a:ext cx="0" cy="0"/>
          <a:chOff x="0" y="0"/>
          <a:chExt cx="0" cy="0"/>
        </a:xfrm>
      </p:grpSpPr>
      <p:sp>
        <p:nvSpPr>
          <p:cNvPr id="1325" name="Google Shape;1325;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Competition comparison</a:t>
            </a:r>
            <a:endParaRPr>
              <a:latin typeface="Roboto Medium" panose="020B0604020202020204" charset="0"/>
              <a:ea typeface="Roboto Medium" panose="020B0604020202020204" charset="0"/>
            </a:endParaRPr>
          </a:p>
        </p:txBody>
      </p:sp>
      <p:graphicFrame>
        <p:nvGraphicFramePr>
          <p:cNvPr id="1326" name="Google Shape;1326;p41"/>
          <p:cNvGraphicFramePr/>
          <p:nvPr>
            <p:extLst>
              <p:ext uri="{D42A27DB-BD31-4B8C-83A1-F6EECF244321}">
                <p14:modId xmlns:p14="http://schemas.microsoft.com/office/powerpoint/2010/main" val="783631096"/>
              </p:ext>
            </p:extLst>
          </p:nvPr>
        </p:nvGraphicFramePr>
        <p:xfrm>
          <a:off x="719963" y="1177334"/>
          <a:ext cx="7703825" cy="3290075"/>
        </p:xfrm>
        <a:graphic>
          <a:graphicData uri="http://schemas.openxmlformats.org/drawingml/2006/table">
            <a:tbl>
              <a:tblPr>
                <a:noFill/>
                <a:tableStyleId>{ED82E061-132E-4F77-8F23-0B4F6D9CAF74}</a:tableStyleId>
              </a:tblPr>
              <a:tblGrid>
                <a:gridCol w="953550">
                  <a:extLst>
                    <a:ext uri="{9D8B030D-6E8A-4147-A177-3AD203B41FA5}">
                      <a16:colId xmlns:a16="http://schemas.microsoft.com/office/drawing/2014/main" val="20000"/>
                    </a:ext>
                  </a:extLst>
                </a:gridCol>
                <a:gridCol w="1140150">
                  <a:extLst>
                    <a:ext uri="{9D8B030D-6E8A-4147-A177-3AD203B41FA5}">
                      <a16:colId xmlns:a16="http://schemas.microsoft.com/office/drawing/2014/main" val="20001"/>
                    </a:ext>
                  </a:extLst>
                </a:gridCol>
                <a:gridCol w="1122025">
                  <a:extLst>
                    <a:ext uri="{9D8B030D-6E8A-4147-A177-3AD203B41FA5}">
                      <a16:colId xmlns:a16="http://schemas.microsoft.com/office/drawing/2014/main" val="20002"/>
                    </a:ext>
                  </a:extLst>
                </a:gridCol>
                <a:gridCol w="1122025">
                  <a:extLst>
                    <a:ext uri="{9D8B030D-6E8A-4147-A177-3AD203B41FA5}">
                      <a16:colId xmlns:a16="http://schemas.microsoft.com/office/drawing/2014/main" val="20003"/>
                    </a:ext>
                  </a:extLst>
                </a:gridCol>
                <a:gridCol w="1122025">
                  <a:extLst>
                    <a:ext uri="{9D8B030D-6E8A-4147-A177-3AD203B41FA5}">
                      <a16:colId xmlns:a16="http://schemas.microsoft.com/office/drawing/2014/main" val="20004"/>
                    </a:ext>
                  </a:extLst>
                </a:gridCol>
                <a:gridCol w="1122025">
                  <a:extLst>
                    <a:ext uri="{9D8B030D-6E8A-4147-A177-3AD203B41FA5}">
                      <a16:colId xmlns:a16="http://schemas.microsoft.com/office/drawing/2014/main" val="20005"/>
                    </a:ext>
                  </a:extLst>
                </a:gridCol>
                <a:gridCol w="1122025">
                  <a:extLst>
                    <a:ext uri="{9D8B030D-6E8A-4147-A177-3AD203B41FA5}">
                      <a16:colId xmlns:a16="http://schemas.microsoft.com/office/drawing/2014/main" val="20006"/>
                    </a:ext>
                  </a:extLst>
                </a:gridCol>
              </a:tblGrid>
              <a:tr h="533125">
                <a:tc>
                  <a:txBody>
                    <a:bodyPr/>
                    <a:lstStyle/>
                    <a:p>
                      <a:pPr marL="0" lvl="0" indent="0" algn="l" rtl="0">
                        <a:spcBef>
                          <a:spcPts val="0"/>
                        </a:spcBef>
                        <a:spcAft>
                          <a:spcPts val="0"/>
                        </a:spcAft>
                        <a:buNone/>
                      </a:pPr>
                      <a:endParaRPr sz="1800" b="1">
                        <a:solidFill>
                          <a:schemeClr val="dk1"/>
                        </a:solidFill>
                        <a:latin typeface="Arial (Body)"/>
                        <a:ea typeface="Epilogue"/>
                        <a:cs typeface="Epilogue"/>
                        <a:sym typeface="Epilogue"/>
                      </a:endParaRPr>
                    </a:p>
                  </a:txBody>
                  <a:tcPr marL="45700" marR="45700" marT="45700" marB="45700" anchor="ctr">
                    <a:lnL w="9525" cap="flat" cmpd="sng">
                      <a:solidFill>
                        <a:schemeClr val="accent4">
                          <a:alpha val="0"/>
                        </a:schemeClr>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alpha val="0"/>
                        </a:schemeClr>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Features</a:t>
                      </a:r>
                      <a:endParaRPr sz="12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Value</a:t>
                      </a:r>
                      <a:endParaRPr sz="12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Clr>
                          <a:srgbClr val="000000"/>
                        </a:buClr>
                        <a:buSzPts val="1100"/>
                        <a:buFont typeface="Arial"/>
                        <a:buNone/>
                      </a:pPr>
                      <a:r>
                        <a:rPr lang="en" sz="1200" b="1">
                          <a:solidFill>
                            <a:schemeClr val="dk1"/>
                          </a:solidFill>
                          <a:latin typeface="Arial (Body)"/>
                          <a:ea typeface="Epilogue"/>
                          <a:cs typeface="Epilogue"/>
                          <a:sym typeface="Epilogue"/>
                        </a:rPr>
                        <a:t>Pricing</a:t>
                      </a:r>
                      <a:endParaRPr sz="12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Trial</a:t>
                      </a:r>
                      <a:endParaRPr sz="12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Competence</a:t>
                      </a:r>
                      <a:endParaRPr sz="12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Share</a:t>
                      </a:r>
                      <a:endParaRPr sz="12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extLst>
                  <a:ext uri="{0D108BD9-81ED-4DB2-BD59-A6C34878D82A}">
                    <a16:rowId xmlns:a16="http://schemas.microsoft.com/office/drawing/2014/main" val="10000"/>
                  </a:ext>
                </a:extLst>
              </a:tr>
              <a:tr h="393850">
                <a:tc>
                  <a:txBody>
                    <a:bodyPr/>
                    <a:lstStyle/>
                    <a:p>
                      <a:pPr marL="0" lvl="0" indent="0" algn="l" rtl="0">
                        <a:spcBef>
                          <a:spcPts val="0"/>
                        </a:spcBef>
                        <a:spcAft>
                          <a:spcPts val="0"/>
                        </a:spcAft>
                        <a:buNone/>
                      </a:pPr>
                      <a:r>
                        <a:rPr lang="en" sz="1100" b="1">
                          <a:solidFill>
                            <a:schemeClr val="dk1"/>
                          </a:solidFill>
                          <a:latin typeface="Arial (Body)"/>
                          <a:ea typeface="Epilogue"/>
                          <a:cs typeface="Epilogue"/>
                          <a:sym typeface="Epilogue"/>
                        </a:rPr>
                        <a:t>Company A</a:t>
                      </a:r>
                      <a:endParaRPr sz="11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Fuel economy</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Special offers</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$23,000</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No</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Low</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8%</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1"/>
                  </a:ext>
                </a:extLst>
              </a:tr>
              <a:tr h="393850">
                <a:tc>
                  <a:txBody>
                    <a:bodyPr/>
                    <a:lstStyle/>
                    <a:p>
                      <a:pPr marL="0" lvl="0" indent="0" algn="l" rtl="0">
                        <a:spcBef>
                          <a:spcPts val="0"/>
                        </a:spcBef>
                        <a:spcAft>
                          <a:spcPts val="0"/>
                        </a:spcAft>
                        <a:buNone/>
                      </a:pPr>
                      <a:r>
                        <a:rPr lang="en" sz="1100" b="1">
                          <a:solidFill>
                            <a:schemeClr val="dk1"/>
                          </a:solidFill>
                          <a:latin typeface="Arial (Body)"/>
                          <a:ea typeface="Epilogue"/>
                          <a:cs typeface="Epilogue"/>
                          <a:sym typeface="Epilogue"/>
                        </a:rPr>
                        <a:t>Company B</a:t>
                      </a:r>
                      <a:endParaRPr sz="11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Design</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Reliability</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$27,000</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No</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Low</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5%</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extLst>
                  <a:ext uri="{0D108BD9-81ED-4DB2-BD59-A6C34878D82A}">
                    <a16:rowId xmlns:a16="http://schemas.microsoft.com/office/drawing/2014/main" val="10002"/>
                  </a:ext>
                </a:extLst>
              </a:tr>
              <a:tr h="393850">
                <a:tc>
                  <a:txBody>
                    <a:bodyPr/>
                    <a:lstStyle/>
                    <a:p>
                      <a:pPr marL="0" lvl="0" indent="0" algn="l" rtl="0">
                        <a:spcBef>
                          <a:spcPts val="0"/>
                        </a:spcBef>
                        <a:spcAft>
                          <a:spcPts val="0"/>
                        </a:spcAft>
                        <a:buNone/>
                      </a:pPr>
                      <a:r>
                        <a:rPr lang="en" sz="1100" b="1">
                          <a:solidFill>
                            <a:schemeClr val="dk1"/>
                          </a:solidFill>
                          <a:latin typeface="Arial (Body)"/>
                          <a:ea typeface="Epilogue"/>
                          <a:cs typeface="Epilogue"/>
                          <a:sym typeface="Epilogue"/>
                        </a:rPr>
                        <a:t>Company C</a:t>
                      </a:r>
                      <a:endParaRPr sz="11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Performance</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Repairs</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$30,000</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Yes</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High</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20%</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3"/>
                  </a:ext>
                </a:extLst>
              </a:tr>
              <a:tr h="393850">
                <a:tc>
                  <a:txBody>
                    <a:bodyPr/>
                    <a:lstStyle/>
                    <a:p>
                      <a:pPr marL="0" lvl="0" indent="0" algn="l" rtl="0">
                        <a:spcBef>
                          <a:spcPts val="0"/>
                        </a:spcBef>
                        <a:spcAft>
                          <a:spcPts val="0"/>
                        </a:spcAft>
                        <a:buNone/>
                      </a:pPr>
                      <a:r>
                        <a:rPr lang="en" sz="1100" b="1">
                          <a:solidFill>
                            <a:schemeClr val="dk1"/>
                          </a:solidFill>
                          <a:latin typeface="Arial (Body)"/>
                          <a:ea typeface="Epilogue"/>
                          <a:cs typeface="Epilogue"/>
                          <a:sym typeface="Epilogue"/>
                        </a:rPr>
                        <a:t>Company D</a:t>
                      </a:r>
                      <a:endParaRPr sz="11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Safety features</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Marketing</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$24,000</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No</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High</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22%</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extLst>
                  <a:ext uri="{0D108BD9-81ED-4DB2-BD59-A6C34878D82A}">
                    <a16:rowId xmlns:a16="http://schemas.microsoft.com/office/drawing/2014/main" val="10004"/>
                  </a:ext>
                </a:extLst>
              </a:tr>
              <a:tr h="393850">
                <a:tc>
                  <a:txBody>
                    <a:bodyPr/>
                    <a:lstStyle/>
                    <a:p>
                      <a:pPr marL="0" lvl="0" indent="0" algn="l" rtl="0">
                        <a:spcBef>
                          <a:spcPts val="0"/>
                        </a:spcBef>
                        <a:spcAft>
                          <a:spcPts val="0"/>
                        </a:spcAft>
                        <a:buNone/>
                      </a:pPr>
                      <a:r>
                        <a:rPr lang="en" sz="1100" b="1">
                          <a:solidFill>
                            <a:schemeClr val="dk1"/>
                          </a:solidFill>
                          <a:latin typeface="Arial (Body)"/>
                          <a:ea typeface="Epilogue"/>
                          <a:cs typeface="Epilogue"/>
                          <a:sym typeface="Epilogue"/>
                        </a:rPr>
                        <a:t>Company E</a:t>
                      </a:r>
                      <a:endParaRPr sz="11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Technology</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Customers</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$32,000</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Yes</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Low</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10%</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5"/>
                  </a:ext>
                </a:extLst>
              </a:tr>
              <a:tr h="393850">
                <a:tc>
                  <a:txBody>
                    <a:bodyPr/>
                    <a:lstStyle/>
                    <a:p>
                      <a:pPr marL="0" lvl="0" indent="0" algn="l" rtl="0">
                        <a:spcBef>
                          <a:spcPts val="0"/>
                        </a:spcBef>
                        <a:spcAft>
                          <a:spcPts val="0"/>
                        </a:spcAft>
                        <a:buNone/>
                      </a:pPr>
                      <a:r>
                        <a:rPr lang="en" sz="1100" b="1">
                          <a:solidFill>
                            <a:schemeClr val="dk1"/>
                          </a:solidFill>
                          <a:latin typeface="Arial (Body)"/>
                          <a:ea typeface="Epilogue"/>
                          <a:cs typeface="Epilogue"/>
                          <a:sym typeface="Epilogue"/>
                        </a:rPr>
                        <a:t>Company F</a:t>
                      </a:r>
                      <a:endParaRPr sz="11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Comfort</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Best prices</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$15,000</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Yes</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High</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30%</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dk2"/>
                    </a:solidFill>
                  </a:tcPr>
                </a:tc>
                <a:extLst>
                  <a:ext uri="{0D108BD9-81ED-4DB2-BD59-A6C34878D82A}">
                    <a16:rowId xmlns:a16="http://schemas.microsoft.com/office/drawing/2014/main" val="10006"/>
                  </a:ext>
                </a:extLst>
              </a:tr>
              <a:tr h="393850">
                <a:tc>
                  <a:txBody>
                    <a:bodyPr/>
                    <a:lstStyle/>
                    <a:p>
                      <a:pPr marL="0" lvl="0" indent="0" algn="l" rtl="0">
                        <a:spcBef>
                          <a:spcPts val="0"/>
                        </a:spcBef>
                        <a:spcAft>
                          <a:spcPts val="0"/>
                        </a:spcAft>
                        <a:buNone/>
                      </a:pPr>
                      <a:r>
                        <a:rPr lang="en" sz="1100" b="1">
                          <a:solidFill>
                            <a:schemeClr val="dk1"/>
                          </a:solidFill>
                          <a:latin typeface="Arial (Body)"/>
                          <a:ea typeface="Epilogue"/>
                          <a:cs typeface="Epilogue"/>
                          <a:sym typeface="Epilogue"/>
                        </a:rPr>
                        <a:t>Company G</a:t>
                      </a:r>
                      <a:endParaRPr sz="1100" b="1">
                        <a:solidFill>
                          <a:schemeClr val="dk1"/>
                        </a:solidFill>
                        <a:latin typeface="Arial (Body)"/>
                        <a:ea typeface="Epilogue"/>
                        <a:cs typeface="Epilogue"/>
                        <a:sym typeface="Epilogue"/>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Customization</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Brand name</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$45,000</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No</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Low</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ctr" rtl="0">
                        <a:spcBef>
                          <a:spcPts val="0"/>
                        </a:spcBef>
                        <a:spcAft>
                          <a:spcPts val="0"/>
                        </a:spcAft>
                        <a:buNone/>
                      </a:pPr>
                      <a:r>
                        <a:rPr lang="en" sz="1100">
                          <a:solidFill>
                            <a:schemeClr val="dk1"/>
                          </a:solidFill>
                          <a:latin typeface="Arial (Body)"/>
                          <a:ea typeface="Lato"/>
                          <a:cs typeface="Lato"/>
                          <a:sym typeface="Lato"/>
                        </a:rPr>
                        <a:t>5%</a:t>
                      </a:r>
                      <a:endParaRPr sz="1100">
                        <a:solidFill>
                          <a:schemeClr val="dk1"/>
                        </a:solidFill>
                        <a:latin typeface="Arial (Body)"/>
                        <a:ea typeface="Lato"/>
                        <a:cs typeface="Lato"/>
                        <a:sym typeface="Lato"/>
                      </a:endParaRPr>
                    </a:p>
                  </a:txBody>
                  <a:tcPr marL="45700" marR="45700" marT="45700" marB="4570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Product infographic</a:t>
            </a:r>
            <a:endParaRPr>
              <a:latin typeface="Roboto Medium" panose="020B0604020202020204" charset="0"/>
              <a:ea typeface="Roboto Medium" panose="020B0604020202020204" charset="0"/>
            </a:endParaRPr>
          </a:p>
        </p:txBody>
      </p:sp>
      <p:sp>
        <p:nvSpPr>
          <p:cNvPr id="1332" name="Google Shape;1332;p42"/>
          <p:cNvSpPr txBox="1"/>
          <p:nvPr/>
        </p:nvSpPr>
        <p:spPr>
          <a:xfrm>
            <a:off x="723900" y="1286544"/>
            <a:ext cx="1757100" cy="617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a:solidFill>
                  <a:schemeClr val="dk1"/>
                </a:solidFill>
                <a:latin typeface="Arial (Body)"/>
                <a:ea typeface="Epilogue"/>
                <a:cs typeface="Epilogue"/>
                <a:sym typeface="Epilogue"/>
              </a:rPr>
              <a:t>Visuals</a:t>
            </a:r>
            <a:endParaRPr sz="1800" b="1">
              <a:solidFill>
                <a:schemeClr val="dk1"/>
              </a:solidFill>
              <a:latin typeface="Arial (Body)"/>
              <a:ea typeface="Epilogue"/>
              <a:cs typeface="Epilogue"/>
              <a:sym typeface="Epilogue"/>
            </a:endParaRPr>
          </a:p>
        </p:txBody>
      </p:sp>
      <p:sp>
        <p:nvSpPr>
          <p:cNvPr id="1333" name="Google Shape;1333;p42"/>
          <p:cNvSpPr txBox="1"/>
          <p:nvPr/>
        </p:nvSpPr>
        <p:spPr>
          <a:xfrm>
            <a:off x="723900" y="2427996"/>
            <a:ext cx="1757100" cy="617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a:solidFill>
                  <a:schemeClr val="dk1"/>
                </a:solidFill>
                <a:latin typeface="Arial (Body)"/>
                <a:ea typeface="Epilogue"/>
                <a:cs typeface="Epilogue"/>
                <a:sym typeface="Epilogue"/>
              </a:rPr>
              <a:t>Price</a:t>
            </a:r>
            <a:endParaRPr sz="1800" b="1">
              <a:solidFill>
                <a:schemeClr val="dk1"/>
              </a:solidFill>
              <a:latin typeface="Arial (Body)"/>
              <a:ea typeface="Epilogue"/>
              <a:cs typeface="Epilogue"/>
              <a:sym typeface="Epilogue"/>
            </a:endParaRPr>
          </a:p>
        </p:txBody>
      </p:sp>
      <p:sp>
        <p:nvSpPr>
          <p:cNvPr id="1334" name="Google Shape;1334;p42"/>
          <p:cNvSpPr txBox="1"/>
          <p:nvPr/>
        </p:nvSpPr>
        <p:spPr>
          <a:xfrm>
            <a:off x="723900" y="3569521"/>
            <a:ext cx="1757100" cy="617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a:solidFill>
                  <a:schemeClr val="dk1"/>
                </a:solidFill>
                <a:latin typeface="Arial (Body)"/>
                <a:ea typeface="Epilogue"/>
                <a:cs typeface="Epilogue"/>
                <a:sym typeface="Epilogue"/>
              </a:rPr>
              <a:t>Availability</a:t>
            </a:r>
            <a:endParaRPr sz="1800" b="1">
              <a:solidFill>
                <a:schemeClr val="dk1"/>
              </a:solidFill>
              <a:latin typeface="Arial (Body)"/>
              <a:ea typeface="Epilogue"/>
              <a:cs typeface="Epilogue"/>
              <a:sym typeface="Epilogue"/>
            </a:endParaRPr>
          </a:p>
        </p:txBody>
      </p:sp>
      <p:sp>
        <p:nvSpPr>
          <p:cNvPr id="1335" name="Google Shape;1335;p42"/>
          <p:cNvSpPr txBox="1"/>
          <p:nvPr/>
        </p:nvSpPr>
        <p:spPr>
          <a:xfrm>
            <a:off x="6619450" y="1286544"/>
            <a:ext cx="1757100" cy="6174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b="1">
                <a:solidFill>
                  <a:schemeClr val="dk1"/>
                </a:solidFill>
                <a:latin typeface="Arial (Body)"/>
                <a:ea typeface="Epilogue"/>
                <a:cs typeface="Epilogue"/>
                <a:sym typeface="Epilogue"/>
              </a:rPr>
              <a:t>Features</a:t>
            </a:r>
            <a:endParaRPr sz="1800" b="1">
              <a:solidFill>
                <a:schemeClr val="dk1"/>
              </a:solidFill>
              <a:latin typeface="Arial (Body)"/>
              <a:ea typeface="Epilogue"/>
              <a:cs typeface="Epilogue"/>
              <a:sym typeface="Epilogue"/>
            </a:endParaRPr>
          </a:p>
        </p:txBody>
      </p:sp>
      <p:sp>
        <p:nvSpPr>
          <p:cNvPr id="1336" name="Google Shape;1336;p42"/>
          <p:cNvSpPr txBox="1"/>
          <p:nvPr/>
        </p:nvSpPr>
        <p:spPr>
          <a:xfrm>
            <a:off x="6619450" y="2427996"/>
            <a:ext cx="1757100" cy="6174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b="1">
                <a:solidFill>
                  <a:schemeClr val="dk1"/>
                </a:solidFill>
                <a:latin typeface="Arial (Body)"/>
                <a:ea typeface="Epilogue"/>
                <a:cs typeface="Epilogue"/>
                <a:sym typeface="Epilogue"/>
              </a:rPr>
              <a:t>Users</a:t>
            </a:r>
            <a:endParaRPr sz="1800" b="1">
              <a:solidFill>
                <a:schemeClr val="dk1"/>
              </a:solidFill>
              <a:latin typeface="Arial (Body)"/>
              <a:ea typeface="Epilogue"/>
              <a:cs typeface="Epilogue"/>
              <a:sym typeface="Epilogue"/>
            </a:endParaRPr>
          </a:p>
        </p:txBody>
      </p:sp>
      <p:sp>
        <p:nvSpPr>
          <p:cNvPr id="1337" name="Google Shape;1337;p42"/>
          <p:cNvSpPr txBox="1"/>
          <p:nvPr/>
        </p:nvSpPr>
        <p:spPr>
          <a:xfrm>
            <a:off x="6619450" y="3569521"/>
            <a:ext cx="1757100" cy="6174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b="1">
                <a:solidFill>
                  <a:schemeClr val="dk1"/>
                </a:solidFill>
                <a:latin typeface="Arial (Body)"/>
                <a:ea typeface="Epilogue"/>
                <a:cs typeface="Epilogue"/>
                <a:sym typeface="Epilogue"/>
              </a:rPr>
              <a:t>Updates</a:t>
            </a:r>
            <a:endParaRPr sz="1800" b="1">
              <a:solidFill>
                <a:schemeClr val="dk1"/>
              </a:solidFill>
              <a:latin typeface="Arial (Body)"/>
              <a:ea typeface="Epilogue"/>
              <a:cs typeface="Epilogue"/>
              <a:sym typeface="Epilogue"/>
            </a:endParaRPr>
          </a:p>
        </p:txBody>
      </p:sp>
      <p:sp>
        <p:nvSpPr>
          <p:cNvPr id="1338" name="Google Shape;1338;p42"/>
          <p:cNvSpPr/>
          <p:nvPr/>
        </p:nvSpPr>
        <p:spPr>
          <a:xfrm>
            <a:off x="3088263" y="1484157"/>
            <a:ext cx="471300" cy="471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2"/>
          <p:cNvSpPr/>
          <p:nvPr/>
        </p:nvSpPr>
        <p:spPr>
          <a:xfrm>
            <a:off x="3088263" y="2625682"/>
            <a:ext cx="471300" cy="471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2"/>
          <p:cNvSpPr/>
          <p:nvPr/>
        </p:nvSpPr>
        <p:spPr>
          <a:xfrm>
            <a:off x="3088263" y="3767207"/>
            <a:ext cx="471300" cy="471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2"/>
          <p:cNvSpPr/>
          <p:nvPr/>
        </p:nvSpPr>
        <p:spPr>
          <a:xfrm>
            <a:off x="5584438" y="1484157"/>
            <a:ext cx="471300" cy="471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2"/>
          <p:cNvSpPr/>
          <p:nvPr/>
        </p:nvSpPr>
        <p:spPr>
          <a:xfrm>
            <a:off x="5584438" y="2625682"/>
            <a:ext cx="471300" cy="471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2"/>
          <p:cNvSpPr/>
          <p:nvPr/>
        </p:nvSpPr>
        <p:spPr>
          <a:xfrm>
            <a:off x="5584438" y="3767207"/>
            <a:ext cx="471300" cy="471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2"/>
          <p:cNvSpPr txBox="1"/>
          <p:nvPr/>
        </p:nvSpPr>
        <p:spPr>
          <a:xfrm>
            <a:off x="723900" y="1813085"/>
            <a:ext cx="1757100" cy="4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Body)"/>
                <a:ea typeface="Lato"/>
                <a:cs typeface="Lato"/>
                <a:sym typeface="Lato"/>
              </a:rPr>
              <a:t>Showcase the design of your product</a:t>
            </a:r>
            <a:endParaRPr sz="1200">
              <a:solidFill>
                <a:schemeClr val="dk1"/>
              </a:solidFill>
              <a:latin typeface="Arial (Body)"/>
              <a:ea typeface="Lato"/>
              <a:cs typeface="Lato"/>
              <a:sym typeface="Lato"/>
            </a:endParaRPr>
          </a:p>
        </p:txBody>
      </p:sp>
      <p:sp>
        <p:nvSpPr>
          <p:cNvPr id="1345" name="Google Shape;1345;p42"/>
          <p:cNvSpPr txBox="1"/>
          <p:nvPr/>
        </p:nvSpPr>
        <p:spPr>
          <a:xfrm>
            <a:off x="723900" y="2954606"/>
            <a:ext cx="1757100" cy="4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Body)"/>
                <a:ea typeface="Lato"/>
                <a:cs typeface="Lato"/>
                <a:sym typeface="Lato"/>
              </a:rPr>
              <a:t>Share the cost and price with investors</a:t>
            </a:r>
            <a:endParaRPr sz="1200">
              <a:solidFill>
                <a:schemeClr val="dk1"/>
              </a:solidFill>
              <a:latin typeface="Arial (Body)"/>
              <a:ea typeface="Lato"/>
              <a:cs typeface="Lato"/>
              <a:sym typeface="Lato"/>
            </a:endParaRPr>
          </a:p>
        </p:txBody>
      </p:sp>
      <p:sp>
        <p:nvSpPr>
          <p:cNvPr id="1346" name="Google Shape;1346;p42"/>
          <p:cNvSpPr txBox="1"/>
          <p:nvPr/>
        </p:nvSpPr>
        <p:spPr>
          <a:xfrm>
            <a:off x="723900" y="4096131"/>
            <a:ext cx="1757100" cy="4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Body)"/>
                <a:ea typeface="Lato"/>
                <a:cs typeface="Lato"/>
                <a:sym typeface="Lato"/>
              </a:rPr>
              <a:t>When is the product expected to be ready?</a:t>
            </a:r>
            <a:endParaRPr sz="1200">
              <a:solidFill>
                <a:schemeClr val="dk1"/>
              </a:solidFill>
              <a:latin typeface="Arial (Body)"/>
              <a:ea typeface="Lato"/>
              <a:cs typeface="Lato"/>
              <a:sym typeface="Lato"/>
            </a:endParaRPr>
          </a:p>
        </p:txBody>
      </p:sp>
      <p:sp>
        <p:nvSpPr>
          <p:cNvPr id="1347" name="Google Shape;1347;p42"/>
          <p:cNvSpPr txBox="1"/>
          <p:nvPr/>
        </p:nvSpPr>
        <p:spPr>
          <a:xfrm>
            <a:off x="6619450" y="1813085"/>
            <a:ext cx="1757100" cy="419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Arial (Body)"/>
                <a:ea typeface="Lato"/>
                <a:cs typeface="Lato"/>
                <a:sym typeface="Lato"/>
              </a:rPr>
              <a:t>What makes your product unique?</a:t>
            </a:r>
            <a:endParaRPr sz="1200">
              <a:solidFill>
                <a:schemeClr val="dk1"/>
              </a:solidFill>
              <a:latin typeface="Arial (Body)"/>
              <a:ea typeface="Lato"/>
              <a:cs typeface="Lato"/>
              <a:sym typeface="Lato"/>
            </a:endParaRPr>
          </a:p>
        </p:txBody>
      </p:sp>
      <p:sp>
        <p:nvSpPr>
          <p:cNvPr id="1348" name="Google Shape;1348;p42"/>
          <p:cNvSpPr txBox="1"/>
          <p:nvPr/>
        </p:nvSpPr>
        <p:spPr>
          <a:xfrm>
            <a:off x="6619450" y="2954606"/>
            <a:ext cx="1757100" cy="419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Arial (Body)"/>
                <a:ea typeface="Lato"/>
                <a:cs typeface="Lato"/>
                <a:sym typeface="Lato"/>
              </a:rPr>
              <a:t>Speak about the target audience</a:t>
            </a:r>
            <a:endParaRPr sz="1200">
              <a:solidFill>
                <a:schemeClr val="dk1"/>
              </a:solidFill>
              <a:latin typeface="Arial (Body)"/>
              <a:ea typeface="Lato"/>
              <a:cs typeface="Lato"/>
              <a:sym typeface="Lato"/>
            </a:endParaRPr>
          </a:p>
        </p:txBody>
      </p:sp>
      <p:sp>
        <p:nvSpPr>
          <p:cNvPr id="1349" name="Google Shape;1349;p42"/>
          <p:cNvSpPr txBox="1"/>
          <p:nvPr/>
        </p:nvSpPr>
        <p:spPr>
          <a:xfrm>
            <a:off x="6619450" y="4096131"/>
            <a:ext cx="1757100" cy="419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Arial (Body)"/>
                <a:ea typeface="Lato"/>
                <a:cs typeface="Lato"/>
                <a:sym typeface="Lato"/>
              </a:rPr>
              <a:t>Do you plan on updating it?</a:t>
            </a:r>
            <a:endParaRPr sz="1200">
              <a:solidFill>
                <a:schemeClr val="dk1"/>
              </a:solidFill>
              <a:latin typeface="Arial (Body)"/>
              <a:ea typeface="Lato"/>
              <a:cs typeface="Lato"/>
              <a:sym typeface="Lato"/>
            </a:endParaRPr>
          </a:p>
        </p:txBody>
      </p:sp>
      <p:grpSp>
        <p:nvGrpSpPr>
          <p:cNvPr id="1350" name="Google Shape;1350;p42"/>
          <p:cNvGrpSpPr/>
          <p:nvPr/>
        </p:nvGrpSpPr>
        <p:grpSpPr>
          <a:xfrm>
            <a:off x="3146528" y="1550189"/>
            <a:ext cx="354778" cy="339271"/>
            <a:chOff x="5045500" y="842250"/>
            <a:chExt cx="503875" cy="481850"/>
          </a:xfrm>
        </p:grpSpPr>
        <p:sp>
          <p:nvSpPr>
            <p:cNvPr id="1351" name="Google Shape;1351;p42"/>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52" name="Google Shape;1352;p42"/>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53" name="Google Shape;1353;p42"/>
          <p:cNvGrpSpPr/>
          <p:nvPr/>
        </p:nvGrpSpPr>
        <p:grpSpPr>
          <a:xfrm>
            <a:off x="3155438" y="2717933"/>
            <a:ext cx="336965" cy="286833"/>
            <a:chOff x="5645200" y="879425"/>
            <a:chExt cx="478575" cy="407375"/>
          </a:xfrm>
        </p:grpSpPr>
        <p:sp>
          <p:nvSpPr>
            <p:cNvPr id="1354" name="Google Shape;1354;p42"/>
            <p:cNvSpPr/>
            <p:nvPr/>
          </p:nvSpPr>
          <p:spPr>
            <a:xfrm>
              <a:off x="6004200" y="1075025"/>
              <a:ext cx="86075" cy="93450"/>
            </a:xfrm>
            <a:custGeom>
              <a:avLst/>
              <a:gdLst/>
              <a:ahLst/>
              <a:cxnLst/>
              <a:rect l="l" t="t" r="r" b="b"/>
              <a:pathLst>
                <a:path w="3443" h="3738" extrusionOk="0">
                  <a:moveTo>
                    <a:pt x="1" y="0"/>
                  </a:moveTo>
                  <a:lnTo>
                    <a:pt x="1" y="3737"/>
                  </a:lnTo>
                  <a:lnTo>
                    <a:pt x="1907" y="3737"/>
                  </a:lnTo>
                  <a:cubicBezTo>
                    <a:pt x="2157" y="3737"/>
                    <a:pt x="2377" y="3574"/>
                    <a:pt x="2449" y="3334"/>
                  </a:cubicBezTo>
                  <a:lnTo>
                    <a:pt x="34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55" name="Google Shape;1355;p42"/>
            <p:cNvSpPr/>
            <p:nvPr/>
          </p:nvSpPr>
          <p:spPr>
            <a:xfrm>
              <a:off x="5880900" y="953275"/>
              <a:ext cx="95100" cy="93525"/>
            </a:xfrm>
            <a:custGeom>
              <a:avLst/>
              <a:gdLst/>
              <a:ahLst/>
              <a:cxnLst/>
              <a:rect l="l" t="t" r="r" b="b"/>
              <a:pathLst>
                <a:path w="3804" h="3741" extrusionOk="0">
                  <a:moveTo>
                    <a:pt x="0" y="1"/>
                  </a:moveTo>
                  <a:lnTo>
                    <a:pt x="0" y="3741"/>
                  </a:lnTo>
                  <a:lnTo>
                    <a:pt x="3804" y="3741"/>
                  </a:lnTo>
                  <a:lnTo>
                    <a:pt x="38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56" name="Google Shape;1356;p42"/>
            <p:cNvSpPr/>
            <p:nvPr/>
          </p:nvSpPr>
          <p:spPr>
            <a:xfrm>
              <a:off x="6004200" y="953275"/>
              <a:ext cx="119575" cy="93525"/>
            </a:xfrm>
            <a:custGeom>
              <a:avLst/>
              <a:gdLst/>
              <a:ahLst/>
              <a:cxnLst/>
              <a:rect l="l" t="t" r="r" b="b"/>
              <a:pathLst>
                <a:path w="4783" h="3741" extrusionOk="0">
                  <a:moveTo>
                    <a:pt x="1" y="1"/>
                  </a:moveTo>
                  <a:lnTo>
                    <a:pt x="1" y="3741"/>
                  </a:lnTo>
                  <a:lnTo>
                    <a:pt x="3777" y="3741"/>
                  </a:lnTo>
                  <a:lnTo>
                    <a:pt x="4674" y="727"/>
                  </a:lnTo>
                  <a:cubicBezTo>
                    <a:pt x="4783" y="365"/>
                    <a:pt x="4512" y="1"/>
                    <a:pt x="4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57" name="Google Shape;1357;p42"/>
            <p:cNvSpPr/>
            <p:nvPr/>
          </p:nvSpPr>
          <p:spPr>
            <a:xfrm>
              <a:off x="5880900" y="1075025"/>
              <a:ext cx="95100" cy="93450"/>
            </a:xfrm>
            <a:custGeom>
              <a:avLst/>
              <a:gdLst/>
              <a:ahLst/>
              <a:cxnLst/>
              <a:rect l="l" t="t" r="r" b="b"/>
              <a:pathLst>
                <a:path w="3804" h="3738" extrusionOk="0">
                  <a:moveTo>
                    <a:pt x="0" y="0"/>
                  </a:moveTo>
                  <a:lnTo>
                    <a:pt x="0" y="3737"/>
                  </a:lnTo>
                  <a:lnTo>
                    <a:pt x="3804" y="3737"/>
                  </a:lnTo>
                  <a:lnTo>
                    <a:pt x="38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58" name="Google Shape;1358;p42"/>
            <p:cNvSpPr/>
            <p:nvPr/>
          </p:nvSpPr>
          <p:spPr>
            <a:xfrm>
              <a:off x="5645200" y="879425"/>
              <a:ext cx="207500" cy="167375"/>
            </a:xfrm>
            <a:custGeom>
              <a:avLst/>
              <a:gdLst/>
              <a:ahLst/>
              <a:cxnLst/>
              <a:rect l="l" t="t" r="r" b="b"/>
              <a:pathLst>
                <a:path w="8300" h="6695" extrusionOk="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59" name="Google Shape;1359;p42"/>
            <p:cNvSpPr/>
            <p:nvPr/>
          </p:nvSpPr>
          <p:spPr>
            <a:xfrm>
              <a:off x="5722500" y="1075025"/>
              <a:ext cx="370875" cy="211775"/>
            </a:xfrm>
            <a:custGeom>
              <a:avLst/>
              <a:gdLst/>
              <a:ahLst/>
              <a:cxnLst/>
              <a:rect l="l" t="t" r="r" b="b"/>
              <a:pathLst>
                <a:path w="14835" h="8471" extrusionOk="0">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60" name="Google Shape;1360;p42"/>
          <p:cNvGrpSpPr/>
          <p:nvPr/>
        </p:nvGrpSpPr>
        <p:grpSpPr>
          <a:xfrm>
            <a:off x="3155452" y="3833212"/>
            <a:ext cx="339253" cy="339253"/>
            <a:chOff x="1492675" y="4992125"/>
            <a:chExt cx="481825" cy="481825"/>
          </a:xfrm>
        </p:grpSpPr>
        <p:sp>
          <p:nvSpPr>
            <p:cNvPr id="1361" name="Google Shape;1361;p42"/>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62" name="Google Shape;1362;p42"/>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63" name="Google Shape;1363;p42"/>
          <p:cNvGrpSpPr/>
          <p:nvPr/>
        </p:nvGrpSpPr>
        <p:grpSpPr>
          <a:xfrm>
            <a:off x="5650474" y="1550196"/>
            <a:ext cx="339253" cy="339253"/>
            <a:chOff x="1492675" y="2027925"/>
            <a:chExt cx="481825" cy="481825"/>
          </a:xfrm>
        </p:grpSpPr>
        <p:sp>
          <p:nvSpPr>
            <p:cNvPr id="1364" name="Google Shape;1364;p42"/>
            <p:cNvSpPr/>
            <p:nvPr/>
          </p:nvSpPr>
          <p:spPr>
            <a:xfrm>
              <a:off x="1719425" y="2170050"/>
              <a:ext cx="28250" cy="28250"/>
            </a:xfrm>
            <a:custGeom>
              <a:avLst/>
              <a:gdLst/>
              <a:ahLst/>
              <a:cxnLst/>
              <a:rect l="l" t="t" r="r" b="b"/>
              <a:pathLst>
                <a:path w="1130" h="1130"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65" name="Google Shape;1365;p42"/>
            <p:cNvSpPr/>
            <p:nvPr/>
          </p:nvSpPr>
          <p:spPr>
            <a:xfrm>
              <a:off x="1832350" y="2254750"/>
              <a:ext cx="28250" cy="28250"/>
            </a:xfrm>
            <a:custGeom>
              <a:avLst/>
              <a:gdLst/>
              <a:ahLst/>
              <a:cxnLst/>
              <a:rect l="l" t="t" r="r" b="b"/>
              <a:pathLst>
                <a:path w="1130" h="1130" extrusionOk="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66" name="Google Shape;1366;p42"/>
            <p:cNvSpPr/>
            <p:nvPr/>
          </p:nvSpPr>
          <p:spPr>
            <a:xfrm>
              <a:off x="1606500" y="2254750"/>
              <a:ext cx="28250" cy="28250"/>
            </a:xfrm>
            <a:custGeom>
              <a:avLst/>
              <a:gdLst/>
              <a:ahLst/>
              <a:cxnLst/>
              <a:rect l="l" t="t" r="r" b="b"/>
              <a:pathLst>
                <a:path w="1130" h="1130" extrusionOk="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67" name="Google Shape;1367;p42"/>
            <p:cNvSpPr/>
            <p:nvPr/>
          </p:nvSpPr>
          <p:spPr>
            <a:xfrm>
              <a:off x="1492675" y="2425025"/>
              <a:ext cx="481825" cy="84725"/>
            </a:xfrm>
            <a:custGeom>
              <a:avLst/>
              <a:gdLst/>
              <a:ahLst/>
              <a:cxnLst/>
              <a:rect l="l" t="t" r="r" b="b"/>
              <a:pathLst>
                <a:path w="19273" h="3389" extrusionOk="0">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68" name="Google Shape;1368;p42"/>
            <p:cNvSpPr/>
            <p:nvPr/>
          </p:nvSpPr>
          <p:spPr>
            <a:xfrm>
              <a:off x="1492675" y="2027925"/>
              <a:ext cx="481825" cy="368000"/>
            </a:xfrm>
            <a:custGeom>
              <a:avLst/>
              <a:gdLst/>
              <a:ahLst/>
              <a:cxnLst/>
              <a:rect l="l" t="t" r="r" b="b"/>
              <a:pathLst>
                <a:path w="19273" h="14720" extrusionOk="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69" name="Google Shape;1369;p42"/>
          <p:cNvGrpSpPr/>
          <p:nvPr/>
        </p:nvGrpSpPr>
        <p:grpSpPr>
          <a:xfrm>
            <a:off x="5740575" y="2691709"/>
            <a:ext cx="159039" cy="339253"/>
            <a:chOff x="4584850" y="4399275"/>
            <a:chExt cx="225875" cy="481825"/>
          </a:xfrm>
        </p:grpSpPr>
        <p:sp>
          <p:nvSpPr>
            <p:cNvPr id="1370" name="Google Shape;1370;p42"/>
            <p:cNvSpPr/>
            <p:nvPr/>
          </p:nvSpPr>
          <p:spPr>
            <a:xfrm>
              <a:off x="4655400" y="4399275"/>
              <a:ext cx="84700" cy="84725"/>
            </a:xfrm>
            <a:custGeom>
              <a:avLst/>
              <a:gdLst/>
              <a:ahLst/>
              <a:cxnLst/>
              <a:rect l="l" t="t" r="r" b="b"/>
              <a:pathLst>
                <a:path w="3388" h="3389" extrusionOk="0">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71" name="Google Shape;1371;p42"/>
            <p:cNvSpPr/>
            <p:nvPr/>
          </p:nvSpPr>
          <p:spPr>
            <a:xfrm>
              <a:off x="4584850" y="4512200"/>
              <a:ext cx="225875" cy="368900"/>
            </a:xfrm>
            <a:custGeom>
              <a:avLst/>
              <a:gdLst/>
              <a:ahLst/>
              <a:cxnLst/>
              <a:rect l="l" t="t" r="r" b="b"/>
              <a:pathLst>
                <a:path w="9035" h="14756" extrusionOk="0">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72" name="Google Shape;1372;p42"/>
          <p:cNvGrpSpPr/>
          <p:nvPr/>
        </p:nvGrpSpPr>
        <p:grpSpPr>
          <a:xfrm>
            <a:off x="5649251" y="3833252"/>
            <a:ext cx="340573" cy="339271"/>
            <a:chOff x="2085450" y="842250"/>
            <a:chExt cx="483700" cy="481850"/>
          </a:xfrm>
        </p:grpSpPr>
        <p:sp>
          <p:nvSpPr>
            <p:cNvPr id="1373" name="Google Shape;1373;p42"/>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74" name="Google Shape;1374;p42"/>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75" name="Google Shape;1375;p42"/>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376" name="Google Shape;1376;p42"/>
          <p:cNvSpPr/>
          <p:nvPr/>
        </p:nvSpPr>
        <p:spPr>
          <a:xfrm>
            <a:off x="3868216" y="1511468"/>
            <a:ext cx="1407579" cy="2685758"/>
          </a:xfrm>
          <a:custGeom>
            <a:avLst/>
            <a:gdLst/>
            <a:ahLst/>
            <a:cxnLst/>
            <a:rect l="l" t="t" r="r" b="b"/>
            <a:pathLst>
              <a:path w="84552" h="161331" extrusionOk="0">
                <a:moveTo>
                  <a:pt x="1" y="1"/>
                </a:moveTo>
                <a:lnTo>
                  <a:pt x="1" y="161331"/>
                </a:lnTo>
                <a:lnTo>
                  <a:pt x="84551" y="161331"/>
                </a:lnTo>
                <a:lnTo>
                  <a:pt x="84551" y="1"/>
                </a:lnTo>
                <a:close/>
              </a:path>
            </a:pathLst>
          </a:custGeom>
          <a:solidFill>
            <a:srgbClr val="9090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7" name="Google Shape;1377;p42"/>
          <p:cNvGrpSpPr/>
          <p:nvPr/>
        </p:nvGrpSpPr>
        <p:grpSpPr>
          <a:xfrm>
            <a:off x="3796102" y="1357102"/>
            <a:ext cx="1551654" cy="3149588"/>
            <a:chOff x="5186401" y="494525"/>
            <a:chExt cx="1834973" cy="3724678"/>
          </a:xfrm>
        </p:grpSpPr>
        <p:sp>
          <p:nvSpPr>
            <p:cNvPr id="1378" name="Google Shape;1378;p42"/>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2"/>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80" name="Google Shape;1380;p42"/>
          <p:cNvPicPr preferRelativeResize="0"/>
          <p:nvPr/>
        </p:nvPicPr>
        <p:blipFill rotWithShape="1">
          <a:blip r:embed="rId3">
            <a:alphaModFix/>
          </a:blip>
          <a:srcRect l="66075" r="4445"/>
          <a:stretch/>
        </p:blipFill>
        <p:spPr>
          <a:xfrm>
            <a:off x="3868224" y="1511471"/>
            <a:ext cx="1407612" cy="268591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sp>
        <p:nvSpPr>
          <p:cNvPr id="1385" name="Google Shape;1385;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Timeline of your presentation</a:t>
            </a:r>
            <a:endParaRPr/>
          </a:p>
        </p:txBody>
      </p:sp>
      <p:sp>
        <p:nvSpPr>
          <p:cNvPr id="1386" name="Google Shape;1386;p43"/>
          <p:cNvSpPr/>
          <p:nvPr/>
        </p:nvSpPr>
        <p:spPr>
          <a:xfrm>
            <a:off x="1531125" y="1361700"/>
            <a:ext cx="176400" cy="1764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Body)"/>
            </a:endParaRPr>
          </a:p>
        </p:txBody>
      </p:sp>
      <p:sp>
        <p:nvSpPr>
          <p:cNvPr id="1387" name="Google Shape;1387;p43"/>
          <p:cNvSpPr/>
          <p:nvPr/>
        </p:nvSpPr>
        <p:spPr>
          <a:xfrm>
            <a:off x="3495025" y="1361700"/>
            <a:ext cx="176400" cy="1764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Body)"/>
            </a:endParaRPr>
          </a:p>
        </p:txBody>
      </p:sp>
      <p:sp>
        <p:nvSpPr>
          <p:cNvPr id="1388" name="Google Shape;1388;p43"/>
          <p:cNvSpPr/>
          <p:nvPr/>
        </p:nvSpPr>
        <p:spPr>
          <a:xfrm>
            <a:off x="5458925" y="1361700"/>
            <a:ext cx="176400" cy="1764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Body)"/>
            </a:endParaRPr>
          </a:p>
        </p:txBody>
      </p:sp>
      <p:sp>
        <p:nvSpPr>
          <p:cNvPr id="1389" name="Google Shape;1389;p43"/>
          <p:cNvSpPr/>
          <p:nvPr/>
        </p:nvSpPr>
        <p:spPr>
          <a:xfrm>
            <a:off x="7422825" y="1361700"/>
            <a:ext cx="176400" cy="1764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Body)"/>
            </a:endParaRPr>
          </a:p>
        </p:txBody>
      </p:sp>
      <p:sp>
        <p:nvSpPr>
          <p:cNvPr id="1390" name="Google Shape;1390;p43"/>
          <p:cNvSpPr txBox="1"/>
          <p:nvPr/>
        </p:nvSpPr>
        <p:spPr>
          <a:xfrm flipH="1">
            <a:off x="6966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rial (Body)"/>
                <a:ea typeface="Lato"/>
                <a:cs typeface="Lato"/>
                <a:sym typeface="Lato"/>
              </a:rPr>
              <a:t>Provide a brief </a:t>
            </a:r>
            <a:r>
              <a:rPr lang="en" sz="1200" b="1">
                <a:solidFill>
                  <a:schemeClr val="dk1"/>
                </a:solidFill>
                <a:latin typeface="Arial (Body)"/>
                <a:ea typeface="Lato"/>
                <a:cs typeface="Lato"/>
                <a:sym typeface="Lato"/>
              </a:rPr>
              <a:t>overview </a:t>
            </a:r>
            <a:r>
              <a:rPr lang="en" sz="1200">
                <a:solidFill>
                  <a:schemeClr val="dk1"/>
                </a:solidFill>
                <a:latin typeface="Arial (Body)"/>
                <a:ea typeface="Lato"/>
                <a:cs typeface="Lato"/>
                <a:sym typeface="Lato"/>
              </a:rPr>
              <a:t>of the pitch deck's content</a:t>
            </a:r>
            <a:endParaRPr sz="1200">
              <a:solidFill>
                <a:schemeClr val="dk1"/>
              </a:solidFill>
              <a:latin typeface="Arial (Body)"/>
              <a:ea typeface="Lato"/>
              <a:cs typeface="Lato"/>
              <a:sym typeface="Lato"/>
            </a:endParaRPr>
          </a:p>
        </p:txBody>
      </p:sp>
      <p:sp>
        <p:nvSpPr>
          <p:cNvPr id="1391" name="Google Shape;1391;p43"/>
          <p:cNvSpPr txBox="1"/>
          <p:nvPr/>
        </p:nvSpPr>
        <p:spPr>
          <a:xfrm flipH="1">
            <a:off x="26605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rial (Body)"/>
                <a:ea typeface="Lato"/>
                <a:cs typeface="Lato"/>
                <a:sym typeface="Lato"/>
              </a:rPr>
              <a:t>Engage the audience with a compelling </a:t>
            </a:r>
            <a:r>
              <a:rPr lang="en" sz="1200" b="1">
                <a:solidFill>
                  <a:schemeClr val="dk1"/>
                </a:solidFill>
                <a:latin typeface="Arial (Body)"/>
                <a:ea typeface="Lato"/>
                <a:cs typeface="Lato"/>
                <a:sym typeface="Lato"/>
              </a:rPr>
              <a:t>introduction</a:t>
            </a:r>
            <a:endParaRPr sz="1200" b="1">
              <a:solidFill>
                <a:schemeClr val="dk1"/>
              </a:solidFill>
              <a:latin typeface="Arial (Body)"/>
              <a:ea typeface="Lato"/>
              <a:cs typeface="Lato"/>
              <a:sym typeface="Lato"/>
            </a:endParaRPr>
          </a:p>
        </p:txBody>
      </p:sp>
      <p:sp>
        <p:nvSpPr>
          <p:cNvPr id="1392" name="Google Shape;1392;p43"/>
          <p:cNvSpPr txBox="1"/>
          <p:nvPr/>
        </p:nvSpPr>
        <p:spPr>
          <a:xfrm flipH="1">
            <a:off x="46244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rial (Body)"/>
                <a:ea typeface="Lato"/>
                <a:cs typeface="Lato"/>
                <a:sym typeface="Lato"/>
              </a:rPr>
              <a:t>Identify the customer's pain points</a:t>
            </a:r>
            <a:endParaRPr sz="1200">
              <a:solidFill>
                <a:schemeClr val="dk1"/>
              </a:solidFill>
              <a:latin typeface="Arial (Body)"/>
              <a:ea typeface="Lato"/>
              <a:cs typeface="Lato"/>
              <a:sym typeface="Lato"/>
            </a:endParaRPr>
          </a:p>
          <a:p>
            <a:pPr marL="0" lvl="0" indent="0" algn="ctr" rtl="0">
              <a:spcBef>
                <a:spcPts val="0"/>
              </a:spcBef>
              <a:spcAft>
                <a:spcPts val="0"/>
              </a:spcAft>
              <a:buNone/>
            </a:pPr>
            <a:r>
              <a:rPr lang="en" sz="1200">
                <a:solidFill>
                  <a:schemeClr val="dk1"/>
                </a:solidFill>
                <a:latin typeface="Arial (Body)"/>
                <a:ea typeface="Lato"/>
                <a:cs typeface="Lato"/>
                <a:sym typeface="Lato"/>
              </a:rPr>
              <a:t>and</a:t>
            </a:r>
            <a:r>
              <a:rPr lang="en" sz="1200" b="1">
                <a:solidFill>
                  <a:schemeClr val="dk1"/>
                </a:solidFill>
                <a:latin typeface="Arial (Body)"/>
                <a:ea typeface="Lato"/>
                <a:cs typeface="Lato"/>
                <a:sym typeface="Lato"/>
              </a:rPr>
              <a:t> challenges</a:t>
            </a:r>
            <a:endParaRPr sz="1200">
              <a:solidFill>
                <a:schemeClr val="dk1"/>
              </a:solidFill>
              <a:latin typeface="Arial (Body)"/>
              <a:ea typeface="Lato"/>
              <a:cs typeface="Lato"/>
              <a:sym typeface="Lato"/>
            </a:endParaRPr>
          </a:p>
        </p:txBody>
      </p:sp>
      <p:sp>
        <p:nvSpPr>
          <p:cNvPr id="1393" name="Google Shape;1393;p43"/>
          <p:cNvSpPr txBox="1"/>
          <p:nvPr/>
        </p:nvSpPr>
        <p:spPr>
          <a:xfrm flipH="1">
            <a:off x="6588325" y="186257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rial (Body)"/>
                <a:ea typeface="Lato"/>
                <a:cs typeface="Lato"/>
                <a:sym typeface="Lato"/>
              </a:rPr>
              <a:t>Describe how your product or service can </a:t>
            </a:r>
            <a:r>
              <a:rPr lang="en" sz="1200" b="1">
                <a:solidFill>
                  <a:schemeClr val="dk1"/>
                </a:solidFill>
                <a:latin typeface="Arial (Body)"/>
                <a:ea typeface="Lato"/>
                <a:cs typeface="Lato"/>
                <a:sym typeface="Lato"/>
              </a:rPr>
              <a:t>solve the problem</a:t>
            </a:r>
            <a:endParaRPr sz="1200" b="1">
              <a:solidFill>
                <a:schemeClr val="dk1"/>
              </a:solidFill>
              <a:latin typeface="Arial (Body)"/>
              <a:ea typeface="Lato"/>
              <a:cs typeface="Lato"/>
              <a:sym typeface="Lato"/>
            </a:endParaRPr>
          </a:p>
        </p:txBody>
      </p:sp>
      <p:cxnSp>
        <p:nvCxnSpPr>
          <p:cNvPr id="1394" name="Google Shape;1394;p43"/>
          <p:cNvCxnSpPr>
            <a:stCxn id="1386" idx="6"/>
            <a:endCxn id="1387" idx="2"/>
          </p:cNvCxnSpPr>
          <p:nvPr/>
        </p:nvCxnSpPr>
        <p:spPr>
          <a:xfrm>
            <a:off x="1707525" y="1449900"/>
            <a:ext cx="1787400" cy="0"/>
          </a:xfrm>
          <a:prstGeom prst="straightConnector1">
            <a:avLst/>
          </a:prstGeom>
          <a:noFill/>
          <a:ln w="9525" cap="flat" cmpd="sng">
            <a:solidFill>
              <a:schemeClr val="accent4"/>
            </a:solidFill>
            <a:prstDash val="dashDot"/>
            <a:round/>
            <a:headEnd type="none" w="med" len="med"/>
            <a:tailEnd type="none" w="med" len="med"/>
          </a:ln>
        </p:spPr>
      </p:cxnSp>
      <p:cxnSp>
        <p:nvCxnSpPr>
          <p:cNvPr id="1395" name="Google Shape;1395;p43"/>
          <p:cNvCxnSpPr>
            <a:stCxn id="1387" idx="6"/>
            <a:endCxn id="1388" idx="2"/>
          </p:cNvCxnSpPr>
          <p:nvPr/>
        </p:nvCxnSpPr>
        <p:spPr>
          <a:xfrm>
            <a:off x="3671425" y="1449900"/>
            <a:ext cx="1787400" cy="0"/>
          </a:xfrm>
          <a:prstGeom prst="straightConnector1">
            <a:avLst/>
          </a:prstGeom>
          <a:noFill/>
          <a:ln w="9525" cap="flat" cmpd="sng">
            <a:solidFill>
              <a:schemeClr val="accent4"/>
            </a:solidFill>
            <a:prstDash val="dashDot"/>
            <a:round/>
            <a:headEnd type="none" w="med" len="med"/>
            <a:tailEnd type="none" w="med" len="med"/>
          </a:ln>
        </p:spPr>
      </p:cxnSp>
      <p:cxnSp>
        <p:nvCxnSpPr>
          <p:cNvPr id="1396" name="Google Shape;1396;p43"/>
          <p:cNvCxnSpPr>
            <a:stCxn id="1388" idx="6"/>
            <a:endCxn id="1389" idx="2"/>
          </p:cNvCxnSpPr>
          <p:nvPr/>
        </p:nvCxnSpPr>
        <p:spPr>
          <a:xfrm>
            <a:off x="5635325" y="1449900"/>
            <a:ext cx="1787400" cy="0"/>
          </a:xfrm>
          <a:prstGeom prst="straightConnector1">
            <a:avLst/>
          </a:prstGeom>
          <a:noFill/>
          <a:ln w="9525" cap="flat" cmpd="sng">
            <a:solidFill>
              <a:schemeClr val="accent4"/>
            </a:solidFill>
            <a:prstDash val="dashDot"/>
            <a:round/>
            <a:headEnd type="none" w="med" len="med"/>
            <a:tailEnd type="none" w="med" len="med"/>
          </a:ln>
        </p:spPr>
      </p:cxnSp>
      <p:cxnSp>
        <p:nvCxnSpPr>
          <p:cNvPr id="1397" name="Google Shape;1397;p43"/>
          <p:cNvCxnSpPr>
            <a:stCxn id="1386" idx="4"/>
            <a:endCxn id="1390" idx="0"/>
          </p:cNvCxnSpPr>
          <p:nvPr/>
        </p:nvCxnSpPr>
        <p:spPr>
          <a:xfrm flipH="1">
            <a:off x="1610925" y="1538100"/>
            <a:ext cx="8400" cy="324600"/>
          </a:xfrm>
          <a:prstGeom prst="straightConnector1">
            <a:avLst/>
          </a:prstGeom>
          <a:noFill/>
          <a:ln w="9525" cap="flat" cmpd="sng">
            <a:solidFill>
              <a:schemeClr val="accent4"/>
            </a:solidFill>
            <a:prstDash val="dashDot"/>
            <a:round/>
            <a:headEnd type="none" w="med" len="med"/>
            <a:tailEnd type="none" w="med" len="med"/>
          </a:ln>
        </p:spPr>
      </p:cxnSp>
      <p:cxnSp>
        <p:nvCxnSpPr>
          <p:cNvPr id="1398" name="Google Shape;1398;p43"/>
          <p:cNvCxnSpPr>
            <a:stCxn id="1387" idx="4"/>
            <a:endCxn id="1391" idx="0"/>
          </p:cNvCxnSpPr>
          <p:nvPr/>
        </p:nvCxnSpPr>
        <p:spPr>
          <a:xfrm flipH="1">
            <a:off x="3574825" y="1538100"/>
            <a:ext cx="8400" cy="324600"/>
          </a:xfrm>
          <a:prstGeom prst="straightConnector1">
            <a:avLst/>
          </a:prstGeom>
          <a:noFill/>
          <a:ln w="9525" cap="flat" cmpd="sng">
            <a:solidFill>
              <a:schemeClr val="accent4"/>
            </a:solidFill>
            <a:prstDash val="dashDot"/>
            <a:round/>
            <a:headEnd type="none" w="med" len="med"/>
            <a:tailEnd type="none" w="med" len="med"/>
          </a:ln>
        </p:spPr>
      </p:cxnSp>
      <p:cxnSp>
        <p:nvCxnSpPr>
          <p:cNvPr id="1399" name="Google Shape;1399;p43"/>
          <p:cNvCxnSpPr>
            <a:stCxn id="1388" idx="4"/>
            <a:endCxn id="1392" idx="0"/>
          </p:cNvCxnSpPr>
          <p:nvPr/>
        </p:nvCxnSpPr>
        <p:spPr>
          <a:xfrm flipH="1">
            <a:off x="5538725" y="1538100"/>
            <a:ext cx="8400" cy="324600"/>
          </a:xfrm>
          <a:prstGeom prst="straightConnector1">
            <a:avLst/>
          </a:prstGeom>
          <a:noFill/>
          <a:ln w="9525" cap="flat" cmpd="sng">
            <a:solidFill>
              <a:schemeClr val="accent4"/>
            </a:solidFill>
            <a:prstDash val="dashDot"/>
            <a:round/>
            <a:headEnd type="none" w="med" len="med"/>
            <a:tailEnd type="none" w="med" len="med"/>
          </a:ln>
        </p:spPr>
      </p:cxnSp>
      <p:cxnSp>
        <p:nvCxnSpPr>
          <p:cNvPr id="1400" name="Google Shape;1400;p43"/>
          <p:cNvCxnSpPr>
            <a:stCxn id="1389" idx="4"/>
            <a:endCxn id="1393" idx="0"/>
          </p:cNvCxnSpPr>
          <p:nvPr/>
        </p:nvCxnSpPr>
        <p:spPr>
          <a:xfrm flipH="1">
            <a:off x="7502625" y="1538100"/>
            <a:ext cx="8400" cy="324600"/>
          </a:xfrm>
          <a:prstGeom prst="straightConnector1">
            <a:avLst/>
          </a:prstGeom>
          <a:noFill/>
          <a:ln w="9525" cap="flat" cmpd="sng">
            <a:solidFill>
              <a:schemeClr val="accent4"/>
            </a:solidFill>
            <a:prstDash val="dashDot"/>
            <a:round/>
            <a:headEnd type="none" w="med" len="med"/>
            <a:tailEnd type="none" w="med" len="med"/>
          </a:ln>
        </p:spPr>
      </p:cxnSp>
      <p:sp>
        <p:nvSpPr>
          <p:cNvPr id="1401" name="Google Shape;1401;p43"/>
          <p:cNvSpPr/>
          <p:nvPr/>
        </p:nvSpPr>
        <p:spPr>
          <a:xfrm>
            <a:off x="1531125" y="3196150"/>
            <a:ext cx="176400" cy="1764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Body)"/>
            </a:endParaRPr>
          </a:p>
        </p:txBody>
      </p:sp>
      <p:sp>
        <p:nvSpPr>
          <p:cNvPr id="1402" name="Google Shape;1402;p43"/>
          <p:cNvSpPr/>
          <p:nvPr/>
        </p:nvSpPr>
        <p:spPr>
          <a:xfrm>
            <a:off x="3495025" y="3196150"/>
            <a:ext cx="176400" cy="1764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Body)"/>
            </a:endParaRPr>
          </a:p>
        </p:txBody>
      </p:sp>
      <p:sp>
        <p:nvSpPr>
          <p:cNvPr id="1403" name="Google Shape;1403;p43"/>
          <p:cNvSpPr/>
          <p:nvPr/>
        </p:nvSpPr>
        <p:spPr>
          <a:xfrm>
            <a:off x="5458925" y="3196150"/>
            <a:ext cx="176400" cy="1764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Body)"/>
            </a:endParaRPr>
          </a:p>
        </p:txBody>
      </p:sp>
      <p:sp>
        <p:nvSpPr>
          <p:cNvPr id="1404" name="Google Shape;1404;p43"/>
          <p:cNvSpPr/>
          <p:nvPr/>
        </p:nvSpPr>
        <p:spPr>
          <a:xfrm>
            <a:off x="7422825" y="3196150"/>
            <a:ext cx="176400" cy="1764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Body)"/>
            </a:endParaRPr>
          </a:p>
        </p:txBody>
      </p:sp>
      <p:sp>
        <p:nvSpPr>
          <p:cNvPr id="1405" name="Google Shape;1405;p43"/>
          <p:cNvSpPr txBox="1"/>
          <p:nvPr/>
        </p:nvSpPr>
        <p:spPr>
          <a:xfrm flipH="1">
            <a:off x="6966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rial (Body)"/>
                <a:ea typeface="Lato"/>
                <a:cs typeface="Lato"/>
                <a:sym typeface="Lato"/>
              </a:rPr>
              <a:t>Highlight the unique value proposition and </a:t>
            </a:r>
            <a:r>
              <a:rPr lang="en" sz="1200" b="1">
                <a:solidFill>
                  <a:schemeClr val="dk1"/>
                </a:solidFill>
                <a:latin typeface="Arial (Body)"/>
                <a:ea typeface="Lato"/>
                <a:cs typeface="Lato"/>
                <a:sym typeface="Lato"/>
              </a:rPr>
              <a:t>benefits </a:t>
            </a:r>
            <a:r>
              <a:rPr lang="en" sz="1200">
                <a:solidFill>
                  <a:schemeClr val="dk1"/>
                </a:solidFill>
                <a:latin typeface="Arial (Body)"/>
                <a:ea typeface="Lato"/>
                <a:cs typeface="Lato"/>
                <a:sym typeface="Lato"/>
              </a:rPr>
              <a:t>of your solution</a:t>
            </a:r>
            <a:endParaRPr sz="1200">
              <a:solidFill>
                <a:schemeClr val="dk1"/>
              </a:solidFill>
              <a:latin typeface="Arial (Body)"/>
              <a:ea typeface="Lato"/>
              <a:cs typeface="Lato"/>
              <a:sym typeface="Lato"/>
            </a:endParaRPr>
          </a:p>
        </p:txBody>
      </p:sp>
      <p:sp>
        <p:nvSpPr>
          <p:cNvPr id="1406" name="Google Shape;1406;p43"/>
          <p:cNvSpPr txBox="1"/>
          <p:nvPr/>
        </p:nvSpPr>
        <p:spPr>
          <a:xfrm flipH="1">
            <a:off x="26605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a:solidFill>
                  <a:schemeClr val="dk1"/>
                </a:solidFill>
                <a:latin typeface="Arial (Body)"/>
                <a:ea typeface="Lato"/>
                <a:cs typeface="Lato"/>
                <a:sym typeface="Lato"/>
              </a:rPr>
              <a:t>Analyze </a:t>
            </a:r>
            <a:r>
              <a:rPr lang="en" sz="1200">
                <a:solidFill>
                  <a:schemeClr val="dk1"/>
                </a:solidFill>
                <a:latin typeface="Arial (Body)"/>
                <a:ea typeface="Lato"/>
                <a:cs typeface="Lato"/>
                <a:sym typeface="Lato"/>
              </a:rPr>
              <a:t>the target market size, growth potential, and competition briefly</a:t>
            </a:r>
            <a:endParaRPr sz="1200">
              <a:solidFill>
                <a:schemeClr val="dk1"/>
              </a:solidFill>
              <a:latin typeface="Arial (Body)"/>
              <a:ea typeface="Lato"/>
              <a:cs typeface="Lato"/>
              <a:sym typeface="Lato"/>
            </a:endParaRPr>
          </a:p>
        </p:txBody>
      </p:sp>
      <p:sp>
        <p:nvSpPr>
          <p:cNvPr id="1407" name="Google Shape;1407;p43"/>
          <p:cNvSpPr txBox="1"/>
          <p:nvPr/>
        </p:nvSpPr>
        <p:spPr>
          <a:xfrm flipH="1">
            <a:off x="46244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rial (Body)"/>
                <a:ea typeface="Lato"/>
                <a:cs typeface="Lato"/>
                <a:sym typeface="Lato"/>
              </a:rPr>
              <a:t>Explain your financial needs and briefly outline your </a:t>
            </a:r>
            <a:r>
              <a:rPr lang="en" sz="1200" b="1">
                <a:solidFill>
                  <a:schemeClr val="dk1"/>
                </a:solidFill>
                <a:latin typeface="Arial (Body)"/>
                <a:ea typeface="Lato"/>
                <a:cs typeface="Lato"/>
                <a:sym typeface="Lato"/>
              </a:rPr>
              <a:t>allocation</a:t>
            </a:r>
            <a:endParaRPr sz="1200" b="1">
              <a:solidFill>
                <a:schemeClr val="dk1"/>
              </a:solidFill>
              <a:latin typeface="Arial (Body)"/>
              <a:ea typeface="Lato"/>
              <a:cs typeface="Lato"/>
              <a:sym typeface="Lato"/>
            </a:endParaRPr>
          </a:p>
        </p:txBody>
      </p:sp>
      <p:sp>
        <p:nvSpPr>
          <p:cNvPr id="1408" name="Google Shape;1408;p43"/>
          <p:cNvSpPr txBox="1"/>
          <p:nvPr/>
        </p:nvSpPr>
        <p:spPr>
          <a:xfrm flipH="1">
            <a:off x="6588325" y="3697025"/>
            <a:ext cx="1828800" cy="802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rial (Body)"/>
                <a:ea typeface="Lato"/>
                <a:cs typeface="Lato"/>
                <a:sym typeface="Lato"/>
              </a:rPr>
              <a:t>End with a clear and concise </a:t>
            </a:r>
            <a:r>
              <a:rPr lang="en" sz="1200" b="1">
                <a:solidFill>
                  <a:schemeClr val="dk1"/>
                </a:solidFill>
                <a:latin typeface="Arial (Body)"/>
                <a:ea typeface="Lato"/>
                <a:cs typeface="Lato"/>
                <a:sym typeface="Lato"/>
              </a:rPr>
              <a:t>call to action</a:t>
            </a:r>
            <a:endParaRPr sz="1200" b="1">
              <a:solidFill>
                <a:schemeClr val="dk1"/>
              </a:solidFill>
              <a:latin typeface="Arial (Body)"/>
              <a:ea typeface="Lato"/>
              <a:cs typeface="Lato"/>
              <a:sym typeface="Lato"/>
            </a:endParaRPr>
          </a:p>
        </p:txBody>
      </p:sp>
      <p:cxnSp>
        <p:nvCxnSpPr>
          <p:cNvPr id="1409" name="Google Shape;1409;p43"/>
          <p:cNvCxnSpPr>
            <a:stCxn id="1401" idx="6"/>
            <a:endCxn id="1402" idx="2"/>
          </p:cNvCxnSpPr>
          <p:nvPr/>
        </p:nvCxnSpPr>
        <p:spPr>
          <a:xfrm>
            <a:off x="1707525" y="3284350"/>
            <a:ext cx="1787400" cy="0"/>
          </a:xfrm>
          <a:prstGeom prst="straightConnector1">
            <a:avLst/>
          </a:prstGeom>
          <a:noFill/>
          <a:ln w="9525" cap="flat" cmpd="sng">
            <a:solidFill>
              <a:schemeClr val="accent4"/>
            </a:solidFill>
            <a:prstDash val="dashDot"/>
            <a:round/>
            <a:headEnd type="none" w="med" len="med"/>
            <a:tailEnd type="none" w="med" len="med"/>
          </a:ln>
        </p:spPr>
      </p:cxnSp>
      <p:cxnSp>
        <p:nvCxnSpPr>
          <p:cNvPr id="1410" name="Google Shape;1410;p43"/>
          <p:cNvCxnSpPr>
            <a:stCxn id="1402" idx="6"/>
            <a:endCxn id="1403" idx="2"/>
          </p:cNvCxnSpPr>
          <p:nvPr/>
        </p:nvCxnSpPr>
        <p:spPr>
          <a:xfrm>
            <a:off x="3671425" y="3284350"/>
            <a:ext cx="1787400" cy="0"/>
          </a:xfrm>
          <a:prstGeom prst="straightConnector1">
            <a:avLst/>
          </a:prstGeom>
          <a:noFill/>
          <a:ln w="9525" cap="flat" cmpd="sng">
            <a:solidFill>
              <a:schemeClr val="accent4"/>
            </a:solidFill>
            <a:prstDash val="dashDot"/>
            <a:round/>
            <a:headEnd type="none" w="med" len="med"/>
            <a:tailEnd type="none" w="med" len="med"/>
          </a:ln>
        </p:spPr>
      </p:cxnSp>
      <p:cxnSp>
        <p:nvCxnSpPr>
          <p:cNvPr id="1411" name="Google Shape;1411;p43"/>
          <p:cNvCxnSpPr>
            <a:stCxn id="1403" idx="6"/>
            <a:endCxn id="1404" idx="2"/>
          </p:cNvCxnSpPr>
          <p:nvPr/>
        </p:nvCxnSpPr>
        <p:spPr>
          <a:xfrm>
            <a:off x="5635325" y="3284350"/>
            <a:ext cx="1787400" cy="0"/>
          </a:xfrm>
          <a:prstGeom prst="straightConnector1">
            <a:avLst/>
          </a:prstGeom>
          <a:noFill/>
          <a:ln w="9525" cap="flat" cmpd="sng">
            <a:solidFill>
              <a:schemeClr val="accent4"/>
            </a:solidFill>
            <a:prstDash val="dashDot"/>
            <a:round/>
            <a:headEnd type="none" w="med" len="med"/>
            <a:tailEnd type="none" w="med" len="med"/>
          </a:ln>
        </p:spPr>
      </p:cxnSp>
      <p:cxnSp>
        <p:nvCxnSpPr>
          <p:cNvPr id="1412" name="Google Shape;1412;p43"/>
          <p:cNvCxnSpPr>
            <a:stCxn id="1401" idx="4"/>
            <a:endCxn id="1405" idx="0"/>
          </p:cNvCxnSpPr>
          <p:nvPr/>
        </p:nvCxnSpPr>
        <p:spPr>
          <a:xfrm flipH="1">
            <a:off x="1610925" y="3372550"/>
            <a:ext cx="8400" cy="324600"/>
          </a:xfrm>
          <a:prstGeom prst="straightConnector1">
            <a:avLst/>
          </a:prstGeom>
          <a:noFill/>
          <a:ln w="9525" cap="flat" cmpd="sng">
            <a:solidFill>
              <a:schemeClr val="accent4"/>
            </a:solidFill>
            <a:prstDash val="dashDot"/>
            <a:round/>
            <a:headEnd type="none" w="med" len="med"/>
            <a:tailEnd type="none" w="med" len="med"/>
          </a:ln>
        </p:spPr>
      </p:cxnSp>
      <p:cxnSp>
        <p:nvCxnSpPr>
          <p:cNvPr id="1413" name="Google Shape;1413;p43"/>
          <p:cNvCxnSpPr>
            <a:stCxn id="1402" idx="4"/>
            <a:endCxn id="1406" idx="0"/>
          </p:cNvCxnSpPr>
          <p:nvPr/>
        </p:nvCxnSpPr>
        <p:spPr>
          <a:xfrm flipH="1">
            <a:off x="3574825" y="3372550"/>
            <a:ext cx="8400" cy="324600"/>
          </a:xfrm>
          <a:prstGeom prst="straightConnector1">
            <a:avLst/>
          </a:prstGeom>
          <a:noFill/>
          <a:ln w="9525" cap="flat" cmpd="sng">
            <a:solidFill>
              <a:schemeClr val="accent4"/>
            </a:solidFill>
            <a:prstDash val="dashDot"/>
            <a:round/>
            <a:headEnd type="none" w="med" len="med"/>
            <a:tailEnd type="none" w="med" len="med"/>
          </a:ln>
        </p:spPr>
      </p:cxnSp>
      <p:cxnSp>
        <p:nvCxnSpPr>
          <p:cNvPr id="1414" name="Google Shape;1414;p43"/>
          <p:cNvCxnSpPr>
            <a:stCxn id="1403" idx="4"/>
            <a:endCxn id="1407" idx="0"/>
          </p:cNvCxnSpPr>
          <p:nvPr/>
        </p:nvCxnSpPr>
        <p:spPr>
          <a:xfrm flipH="1">
            <a:off x="5538725" y="3372550"/>
            <a:ext cx="8400" cy="324600"/>
          </a:xfrm>
          <a:prstGeom prst="straightConnector1">
            <a:avLst/>
          </a:prstGeom>
          <a:noFill/>
          <a:ln w="9525" cap="flat" cmpd="sng">
            <a:solidFill>
              <a:schemeClr val="accent4"/>
            </a:solidFill>
            <a:prstDash val="dashDot"/>
            <a:round/>
            <a:headEnd type="none" w="med" len="med"/>
            <a:tailEnd type="none" w="med" len="med"/>
          </a:ln>
        </p:spPr>
      </p:cxnSp>
      <p:cxnSp>
        <p:nvCxnSpPr>
          <p:cNvPr id="1415" name="Google Shape;1415;p43"/>
          <p:cNvCxnSpPr>
            <a:stCxn id="1404" idx="4"/>
            <a:endCxn id="1408" idx="0"/>
          </p:cNvCxnSpPr>
          <p:nvPr/>
        </p:nvCxnSpPr>
        <p:spPr>
          <a:xfrm flipH="1">
            <a:off x="7502625" y="3372550"/>
            <a:ext cx="8400" cy="324600"/>
          </a:xfrm>
          <a:prstGeom prst="straightConnector1">
            <a:avLst/>
          </a:prstGeom>
          <a:noFill/>
          <a:ln w="9525" cap="flat" cmpd="sng">
            <a:solidFill>
              <a:schemeClr val="accent4"/>
            </a:solidFill>
            <a:prstDash val="dashDot"/>
            <a:round/>
            <a:headEnd type="none" w="med" len="med"/>
            <a:tailEnd type="none" w="med" len="med"/>
          </a:ln>
        </p:spPr>
      </p:cxnSp>
      <p:cxnSp>
        <p:nvCxnSpPr>
          <p:cNvPr id="1416" name="Google Shape;1416;p43"/>
          <p:cNvCxnSpPr>
            <a:stCxn id="1389" idx="6"/>
            <a:endCxn id="1401" idx="2"/>
          </p:cNvCxnSpPr>
          <p:nvPr/>
        </p:nvCxnSpPr>
        <p:spPr>
          <a:xfrm flipH="1">
            <a:off x="1531125" y="1449900"/>
            <a:ext cx="6068100" cy="1834500"/>
          </a:xfrm>
          <a:prstGeom prst="bentConnector5">
            <a:avLst>
              <a:gd name="adj1" fmla="val -14010"/>
              <a:gd name="adj2" fmla="val 72114"/>
              <a:gd name="adj3" fmla="val 103924"/>
            </a:avLst>
          </a:prstGeom>
          <a:noFill/>
          <a:ln w="9525" cap="flat" cmpd="sng">
            <a:solidFill>
              <a:schemeClr val="accent4"/>
            </a:solidFill>
            <a:prstDash val="dashDot"/>
            <a:round/>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20"/>
        <p:cNvGrpSpPr/>
        <p:nvPr/>
      </p:nvGrpSpPr>
      <p:grpSpPr>
        <a:xfrm>
          <a:off x="0" y="0"/>
          <a:ext cx="0" cy="0"/>
          <a:chOff x="0" y="0"/>
          <a:chExt cx="0" cy="0"/>
        </a:xfrm>
      </p:grpSpPr>
      <p:sp>
        <p:nvSpPr>
          <p:cNvPr id="1421" name="Google Shape;1421;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Organizational chart</a:t>
            </a:r>
            <a:endParaRPr>
              <a:latin typeface="Roboto Medium" panose="020B0604020202020204" charset="0"/>
              <a:ea typeface="Roboto Medium" panose="020B0604020202020204" charset="0"/>
            </a:endParaRPr>
          </a:p>
        </p:txBody>
      </p:sp>
      <p:cxnSp>
        <p:nvCxnSpPr>
          <p:cNvPr id="1422" name="Google Shape;1422;p44"/>
          <p:cNvCxnSpPr>
            <a:stCxn id="1423" idx="2"/>
            <a:endCxn id="1424" idx="0"/>
          </p:cNvCxnSpPr>
          <p:nvPr/>
        </p:nvCxnSpPr>
        <p:spPr>
          <a:xfrm rot="-5400000" flipH="1">
            <a:off x="5100697" y="1094450"/>
            <a:ext cx="489600" cy="1546200"/>
          </a:xfrm>
          <a:prstGeom prst="bentConnector3">
            <a:avLst>
              <a:gd name="adj1" fmla="val 49997"/>
            </a:avLst>
          </a:prstGeom>
          <a:noFill/>
          <a:ln w="9525" cap="flat" cmpd="sng">
            <a:solidFill>
              <a:schemeClr val="accent4"/>
            </a:solidFill>
            <a:prstDash val="dashDot"/>
            <a:miter lim="8000"/>
            <a:headEnd type="none" w="sm" len="sm"/>
            <a:tailEnd type="none" w="sm" len="sm"/>
          </a:ln>
        </p:spPr>
      </p:cxnSp>
      <p:cxnSp>
        <p:nvCxnSpPr>
          <p:cNvPr id="1425" name="Google Shape;1425;p44"/>
          <p:cNvCxnSpPr>
            <a:stCxn id="1426" idx="0"/>
            <a:endCxn id="1423" idx="2"/>
          </p:cNvCxnSpPr>
          <p:nvPr/>
        </p:nvCxnSpPr>
        <p:spPr>
          <a:xfrm rot="-5400000">
            <a:off x="3554608" y="1094416"/>
            <a:ext cx="489600" cy="1546200"/>
          </a:xfrm>
          <a:prstGeom prst="bentConnector3">
            <a:avLst>
              <a:gd name="adj1" fmla="val 49997"/>
            </a:avLst>
          </a:prstGeom>
          <a:noFill/>
          <a:ln w="9525" cap="flat" cmpd="sng">
            <a:solidFill>
              <a:schemeClr val="accent4"/>
            </a:solidFill>
            <a:prstDash val="dashDot"/>
            <a:miter lim="8000"/>
            <a:headEnd type="none" w="sm" len="sm"/>
            <a:tailEnd type="none" w="sm" len="sm"/>
          </a:ln>
        </p:spPr>
      </p:cxnSp>
      <p:cxnSp>
        <p:nvCxnSpPr>
          <p:cNvPr id="1427" name="Google Shape;1427;p44"/>
          <p:cNvCxnSpPr>
            <a:stCxn id="1426" idx="2"/>
            <a:endCxn id="1428" idx="0"/>
          </p:cNvCxnSpPr>
          <p:nvPr/>
        </p:nvCxnSpPr>
        <p:spPr>
          <a:xfrm rot="-5400000" flipH="1">
            <a:off x="3131308" y="2378116"/>
            <a:ext cx="528000" cy="738000"/>
          </a:xfrm>
          <a:prstGeom prst="bentConnector3">
            <a:avLst>
              <a:gd name="adj1" fmla="val 50003"/>
            </a:avLst>
          </a:prstGeom>
          <a:noFill/>
          <a:ln w="9525" cap="flat" cmpd="sng">
            <a:solidFill>
              <a:schemeClr val="accent4"/>
            </a:solidFill>
            <a:prstDash val="dashDot"/>
            <a:miter lim="8000"/>
            <a:headEnd type="none" w="sm" len="sm"/>
            <a:tailEnd type="none" w="sm" len="sm"/>
          </a:ln>
        </p:spPr>
      </p:cxnSp>
      <p:cxnSp>
        <p:nvCxnSpPr>
          <p:cNvPr id="1429" name="Google Shape;1429;p44"/>
          <p:cNvCxnSpPr>
            <a:stCxn id="1430" idx="0"/>
            <a:endCxn id="1426" idx="2"/>
          </p:cNvCxnSpPr>
          <p:nvPr/>
        </p:nvCxnSpPr>
        <p:spPr>
          <a:xfrm rot="-5400000">
            <a:off x="2393179" y="2378000"/>
            <a:ext cx="528000" cy="738300"/>
          </a:xfrm>
          <a:prstGeom prst="bentConnector3">
            <a:avLst>
              <a:gd name="adj1" fmla="val 50003"/>
            </a:avLst>
          </a:prstGeom>
          <a:noFill/>
          <a:ln w="9525" cap="flat" cmpd="sng">
            <a:solidFill>
              <a:schemeClr val="accent4"/>
            </a:solidFill>
            <a:prstDash val="dashDot"/>
            <a:miter lim="8000"/>
            <a:headEnd type="none" w="sm" len="sm"/>
            <a:tailEnd type="none" w="sm" len="sm"/>
          </a:ln>
        </p:spPr>
      </p:cxnSp>
      <p:cxnSp>
        <p:nvCxnSpPr>
          <p:cNvPr id="1431" name="Google Shape;1431;p44"/>
          <p:cNvCxnSpPr>
            <a:stCxn id="1424" idx="2"/>
            <a:endCxn id="1432" idx="0"/>
          </p:cNvCxnSpPr>
          <p:nvPr/>
        </p:nvCxnSpPr>
        <p:spPr>
          <a:xfrm rot="-5400000" flipH="1">
            <a:off x="6223482" y="2378116"/>
            <a:ext cx="528000" cy="738000"/>
          </a:xfrm>
          <a:prstGeom prst="bentConnector3">
            <a:avLst>
              <a:gd name="adj1" fmla="val 50003"/>
            </a:avLst>
          </a:prstGeom>
          <a:noFill/>
          <a:ln w="9525" cap="flat" cmpd="sng">
            <a:solidFill>
              <a:schemeClr val="accent4"/>
            </a:solidFill>
            <a:prstDash val="dashDot"/>
            <a:miter lim="8000"/>
            <a:headEnd type="none" w="sm" len="sm"/>
            <a:tailEnd type="none" w="sm" len="sm"/>
          </a:ln>
        </p:spPr>
      </p:cxnSp>
      <p:cxnSp>
        <p:nvCxnSpPr>
          <p:cNvPr id="1433" name="Google Shape;1433;p44"/>
          <p:cNvCxnSpPr>
            <a:stCxn id="1434" idx="0"/>
            <a:endCxn id="1424" idx="2"/>
          </p:cNvCxnSpPr>
          <p:nvPr/>
        </p:nvCxnSpPr>
        <p:spPr>
          <a:xfrm rot="-5400000">
            <a:off x="5485352" y="2378000"/>
            <a:ext cx="528000" cy="738300"/>
          </a:xfrm>
          <a:prstGeom prst="bentConnector3">
            <a:avLst>
              <a:gd name="adj1" fmla="val 50003"/>
            </a:avLst>
          </a:prstGeom>
          <a:noFill/>
          <a:ln w="9525" cap="flat" cmpd="sng">
            <a:solidFill>
              <a:schemeClr val="accent4"/>
            </a:solidFill>
            <a:prstDash val="dashDot"/>
            <a:miter lim="8000"/>
            <a:headEnd type="none" w="sm" len="sm"/>
            <a:tailEnd type="none" w="sm" len="sm"/>
          </a:ln>
        </p:spPr>
      </p:cxnSp>
      <p:cxnSp>
        <p:nvCxnSpPr>
          <p:cNvPr id="1435" name="Google Shape;1435;p44"/>
          <p:cNvCxnSpPr>
            <a:stCxn id="1436" idx="0"/>
            <a:endCxn id="1430" idx="2"/>
          </p:cNvCxnSpPr>
          <p:nvPr/>
        </p:nvCxnSpPr>
        <p:spPr>
          <a:xfrm rot="-5400000">
            <a:off x="1688600" y="3310583"/>
            <a:ext cx="528000" cy="670800"/>
          </a:xfrm>
          <a:prstGeom prst="bentConnector3">
            <a:avLst>
              <a:gd name="adj1" fmla="val 50003"/>
            </a:avLst>
          </a:prstGeom>
          <a:noFill/>
          <a:ln w="9525" cap="flat" cmpd="sng">
            <a:solidFill>
              <a:schemeClr val="accent4"/>
            </a:solidFill>
            <a:prstDash val="dashDot"/>
            <a:miter lim="8000"/>
            <a:headEnd type="none" w="sm" len="sm"/>
            <a:tailEnd type="none" w="sm" len="sm"/>
          </a:ln>
        </p:spPr>
      </p:cxnSp>
      <p:cxnSp>
        <p:nvCxnSpPr>
          <p:cNvPr id="1437" name="Google Shape;1437;p44"/>
          <p:cNvCxnSpPr>
            <a:stCxn id="1438" idx="0"/>
            <a:endCxn id="1430" idx="2"/>
          </p:cNvCxnSpPr>
          <p:nvPr/>
        </p:nvCxnSpPr>
        <p:spPr>
          <a:xfrm rot="5400000" flipH="1">
            <a:off x="2426844" y="3243233"/>
            <a:ext cx="528000" cy="805500"/>
          </a:xfrm>
          <a:prstGeom prst="bentConnector3">
            <a:avLst>
              <a:gd name="adj1" fmla="val 50003"/>
            </a:avLst>
          </a:prstGeom>
          <a:noFill/>
          <a:ln w="9525" cap="flat" cmpd="sng">
            <a:solidFill>
              <a:schemeClr val="accent4"/>
            </a:solidFill>
            <a:prstDash val="dashDot"/>
            <a:miter lim="8000"/>
            <a:headEnd type="none" w="sm" len="sm"/>
            <a:tailEnd type="none" w="sm" len="sm"/>
          </a:ln>
        </p:spPr>
      </p:cxnSp>
      <p:cxnSp>
        <p:nvCxnSpPr>
          <p:cNvPr id="1439" name="Google Shape;1439;p44"/>
          <p:cNvCxnSpPr>
            <a:stCxn id="1440" idx="0"/>
            <a:endCxn id="1434" idx="2"/>
          </p:cNvCxnSpPr>
          <p:nvPr/>
        </p:nvCxnSpPr>
        <p:spPr>
          <a:xfrm rot="-5400000">
            <a:off x="4713388" y="3243233"/>
            <a:ext cx="528000" cy="805500"/>
          </a:xfrm>
          <a:prstGeom prst="bentConnector3">
            <a:avLst>
              <a:gd name="adj1" fmla="val 50003"/>
            </a:avLst>
          </a:prstGeom>
          <a:noFill/>
          <a:ln w="9525" cap="flat" cmpd="sng">
            <a:solidFill>
              <a:schemeClr val="accent4"/>
            </a:solidFill>
            <a:prstDash val="dashDot"/>
            <a:miter lim="8000"/>
            <a:headEnd type="none" w="sm" len="sm"/>
            <a:tailEnd type="none" w="sm" len="sm"/>
          </a:ln>
        </p:spPr>
      </p:cxnSp>
      <p:cxnSp>
        <p:nvCxnSpPr>
          <p:cNvPr id="1441" name="Google Shape;1441;p44"/>
          <p:cNvCxnSpPr>
            <a:stCxn id="1442" idx="0"/>
            <a:endCxn id="1434" idx="2"/>
          </p:cNvCxnSpPr>
          <p:nvPr/>
        </p:nvCxnSpPr>
        <p:spPr>
          <a:xfrm rot="5400000" flipH="1">
            <a:off x="5451631" y="3310583"/>
            <a:ext cx="528000" cy="670800"/>
          </a:xfrm>
          <a:prstGeom prst="bentConnector3">
            <a:avLst>
              <a:gd name="adj1" fmla="val 50003"/>
            </a:avLst>
          </a:prstGeom>
          <a:noFill/>
          <a:ln w="9525" cap="flat" cmpd="sng">
            <a:solidFill>
              <a:schemeClr val="accent4"/>
            </a:solidFill>
            <a:prstDash val="dashDot"/>
            <a:miter lim="8000"/>
            <a:headEnd type="none" w="sm" len="sm"/>
            <a:tailEnd type="none" w="sm" len="sm"/>
          </a:ln>
        </p:spPr>
      </p:cxnSp>
      <p:cxnSp>
        <p:nvCxnSpPr>
          <p:cNvPr id="1443" name="Google Shape;1443;p44"/>
          <p:cNvCxnSpPr>
            <a:stCxn id="1444" idx="0"/>
            <a:endCxn id="1434" idx="2"/>
          </p:cNvCxnSpPr>
          <p:nvPr/>
        </p:nvCxnSpPr>
        <p:spPr>
          <a:xfrm rot="5400000" flipH="1">
            <a:off x="6189875" y="2572433"/>
            <a:ext cx="528000" cy="2147100"/>
          </a:xfrm>
          <a:prstGeom prst="bentConnector3">
            <a:avLst>
              <a:gd name="adj1" fmla="val 50003"/>
            </a:avLst>
          </a:prstGeom>
          <a:noFill/>
          <a:ln w="9525" cap="flat" cmpd="sng">
            <a:solidFill>
              <a:schemeClr val="accent4"/>
            </a:solidFill>
            <a:prstDash val="dashDot"/>
            <a:miter lim="8000"/>
            <a:headEnd type="none" w="sm" len="sm"/>
            <a:tailEnd type="none" w="sm" len="sm"/>
          </a:ln>
        </p:spPr>
      </p:cxnSp>
      <p:sp>
        <p:nvSpPr>
          <p:cNvPr id="1423" name="Google Shape;1423;p44"/>
          <p:cNvSpPr txBox="1"/>
          <p:nvPr/>
        </p:nvSpPr>
        <p:spPr>
          <a:xfrm>
            <a:off x="3899647" y="1251950"/>
            <a:ext cx="1345500" cy="370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Jane Doe</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CEO</a:t>
            </a:r>
            <a:endParaRPr sz="1100">
              <a:solidFill>
                <a:srgbClr val="191919"/>
              </a:solidFill>
              <a:latin typeface="Arial (Body)"/>
              <a:ea typeface="Lato"/>
              <a:cs typeface="Lato"/>
              <a:sym typeface="Lato"/>
            </a:endParaRPr>
          </a:p>
        </p:txBody>
      </p:sp>
      <p:sp>
        <p:nvSpPr>
          <p:cNvPr id="1426" name="Google Shape;1426;p44"/>
          <p:cNvSpPr txBox="1"/>
          <p:nvPr/>
        </p:nvSpPr>
        <p:spPr>
          <a:xfrm>
            <a:off x="2354608" y="2112316"/>
            <a:ext cx="13434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John Smith</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Department Head</a:t>
            </a:r>
            <a:endParaRPr sz="1100">
              <a:solidFill>
                <a:srgbClr val="191919"/>
              </a:solidFill>
              <a:latin typeface="Arial (Body)"/>
              <a:ea typeface="Lato"/>
              <a:cs typeface="Lato"/>
              <a:sym typeface="Lato"/>
            </a:endParaRPr>
          </a:p>
        </p:txBody>
      </p:sp>
      <p:sp>
        <p:nvSpPr>
          <p:cNvPr id="1424" name="Google Shape;1424;p44"/>
          <p:cNvSpPr txBox="1"/>
          <p:nvPr/>
        </p:nvSpPr>
        <p:spPr>
          <a:xfrm>
            <a:off x="5446782" y="2112316"/>
            <a:ext cx="13434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Maya Willson</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Department Head</a:t>
            </a:r>
            <a:endParaRPr sz="1100">
              <a:solidFill>
                <a:srgbClr val="191919"/>
              </a:solidFill>
              <a:latin typeface="Arial (Body)"/>
              <a:ea typeface="Lato"/>
              <a:cs typeface="Lato"/>
              <a:sym typeface="Lato"/>
            </a:endParaRPr>
          </a:p>
        </p:txBody>
      </p:sp>
      <p:sp>
        <p:nvSpPr>
          <p:cNvPr id="1432" name="Google Shape;1432;p44"/>
          <p:cNvSpPr txBox="1"/>
          <p:nvPr/>
        </p:nvSpPr>
        <p:spPr>
          <a:xfrm>
            <a:off x="6268296" y="3011150"/>
            <a:ext cx="11766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Steven Ander</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Manager</a:t>
            </a:r>
            <a:endParaRPr sz="1100" b="1">
              <a:solidFill>
                <a:srgbClr val="191919"/>
              </a:solidFill>
              <a:latin typeface="Arial (Body)"/>
              <a:ea typeface="Lato"/>
              <a:cs typeface="Lato"/>
              <a:sym typeface="Lato"/>
            </a:endParaRPr>
          </a:p>
        </p:txBody>
      </p:sp>
      <p:sp>
        <p:nvSpPr>
          <p:cNvPr id="1434" name="Google Shape;1434;p44"/>
          <p:cNvSpPr txBox="1"/>
          <p:nvPr/>
        </p:nvSpPr>
        <p:spPr>
          <a:xfrm>
            <a:off x="4791902" y="3011150"/>
            <a:ext cx="11766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Sarah Williams</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Manager</a:t>
            </a:r>
            <a:endParaRPr sz="1100" b="1">
              <a:solidFill>
                <a:srgbClr val="191919"/>
              </a:solidFill>
              <a:latin typeface="Arial (Body)"/>
              <a:ea typeface="Lato"/>
              <a:cs typeface="Lato"/>
              <a:sym typeface="Lato"/>
            </a:endParaRPr>
          </a:p>
        </p:txBody>
      </p:sp>
      <p:sp>
        <p:nvSpPr>
          <p:cNvPr id="1428" name="Google Shape;1428;p44"/>
          <p:cNvSpPr txBox="1"/>
          <p:nvPr/>
        </p:nvSpPr>
        <p:spPr>
          <a:xfrm>
            <a:off x="3176123" y="3011150"/>
            <a:ext cx="11766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Richard Taylor</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Manager</a:t>
            </a:r>
            <a:endParaRPr sz="1100" b="1">
              <a:solidFill>
                <a:srgbClr val="191919"/>
              </a:solidFill>
              <a:latin typeface="Arial (Body)"/>
              <a:ea typeface="Lato"/>
              <a:cs typeface="Lato"/>
              <a:sym typeface="Lato"/>
            </a:endParaRPr>
          </a:p>
        </p:txBody>
      </p:sp>
      <p:sp>
        <p:nvSpPr>
          <p:cNvPr id="1430" name="Google Shape;1430;p44"/>
          <p:cNvSpPr txBox="1"/>
          <p:nvPr/>
        </p:nvSpPr>
        <p:spPr>
          <a:xfrm>
            <a:off x="1699729" y="3011150"/>
            <a:ext cx="11766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Emma Miller</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Manager</a:t>
            </a:r>
            <a:endParaRPr sz="1100">
              <a:solidFill>
                <a:srgbClr val="191919"/>
              </a:solidFill>
              <a:latin typeface="Arial (Body)"/>
              <a:ea typeface="Lato"/>
              <a:cs typeface="Lato"/>
              <a:sym typeface="Lato"/>
            </a:endParaRPr>
          </a:p>
        </p:txBody>
      </p:sp>
      <p:sp>
        <p:nvSpPr>
          <p:cNvPr id="1442" name="Google Shape;1442;p44"/>
          <p:cNvSpPr txBox="1"/>
          <p:nvPr/>
        </p:nvSpPr>
        <p:spPr>
          <a:xfrm>
            <a:off x="5462731" y="3909983"/>
            <a:ext cx="11766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William Young</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Employee</a:t>
            </a:r>
            <a:endParaRPr sz="1100" b="1">
              <a:solidFill>
                <a:srgbClr val="191919"/>
              </a:solidFill>
              <a:latin typeface="Arial (Body)"/>
              <a:ea typeface="Lato"/>
              <a:cs typeface="Lato"/>
              <a:sym typeface="Lato"/>
            </a:endParaRPr>
          </a:p>
        </p:txBody>
      </p:sp>
      <p:sp>
        <p:nvSpPr>
          <p:cNvPr id="1440" name="Google Shape;1440;p44"/>
          <p:cNvSpPr txBox="1"/>
          <p:nvPr/>
        </p:nvSpPr>
        <p:spPr>
          <a:xfrm>
            <a:off x="3986338" y="3909983"/>
            <a:ext cx="11766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James Scott</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Employee</a:t>
            </a:r>
            <a:endParaRPr sz="1100" b="1">
              <a:solidFill>
                <a:srgbClr val="191919"/>
              </a:solidFill>
              <a:latin typeface="Arial (Body)"/>
              <a:ea typeface="Lato"/>
              <a:cs typeface="Lato"/>
              <a:sym typeface="Lato"/>
            </a:endParaRPr>
          </a:p>
        </p:txBody>
      </p:sp>
      <p:sp>
        <p:nvSpPr>
          <p:cNvPr id="1438" name="Google Shape;1438;p44"/>
          <p:cNvSpPr txBox="1"/>
          <p:nvPr/>
        </p:nvSpPr>
        <p:spPr>
          <a:xfrm>
            <a:off x="2505294" y="3909983"/>
            <a:ext cx="11766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Michelle García</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Employee</a:t>
            </a:r>
            <a:endParaRPr sz="1100" b="1">
              <a:solidFill>
                <a:srgbClr val="191919"/>
              </a:solidFill>
              <a:latin typeface="Arial (Body)"/>
              <a:ea typeface="Lato"/>
              <a:cs typeface="Lato"/>
              <a:sym typeface="Lato"/>
            </a:endParaRPr>
          </a:p>
        </p:txBody>
      </p:sp>
      <p:sp>
        <p:nvSpPr>
          <p:cNvPr id="1436" name="Google Shape;1436;p44"/>
          <p:cNvSpPr txBox="1"/>
          <p:nvPr/>
        </p:nvSpPr>
        <p:spPr>
          <a:xfrm>
            <a:off x="1028900" y="3909983"/>
            <a:ext cx="11766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Brian Clark</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Employee</a:t>
            </a:r>
            <a:endParaRPr sz="1100">
              <a:solidFill>
                <a:srgbClr val="191919"/>
              </a:solidFill>
              <a:latin typeface="Arial (Body)"/>
              <a:ea typeface="Lato"/>
              <a:cs typeface="Lato"/>
              <a:sym typeface="Lato"/>
            </a:endParaRPr>
          </a:p>
        </p:txBody>
      </p:sp>
      <p:sp>
        <p:nvSpPr>
          <p:cNvPr id="1444" name="Google Shape;1444;p44"/>
          <p:cNvSpPr txBox="1"/>
          <p:nvPr/>
        </p:nvSpPr>
        <p:spPr>
          <a:xfrm>
            <a:off x="6939125" y="3909983"/>
            <a:ext cx="1176600" cy="370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rgbClr val="191919"/>
                </a:solidFill>
                <a:latin typeface="Arial (Body)"/>
                <a:ea typeface="Lato"/>
                <a:cs typeface="Lato"/>
                <a:sym typeface="Lato"/>
              </a:rPr>
              <a:t>Alan Turner</a:t>
            </a:r>
            <a:endParaRPr sz="1100" b="1">
              <a:solidFill>
                <a:srgbClr val="191919"/>
              </a:solidFill>
              <a:latin typeface="Arial (Body)"/>
              <a:ea typeface="Lato"/>
              <a:cs typeface="Lato"/>
              <a:sym typeface="Lato"/>
            </a:endParaRPr>
          </a:p>
          <a:p>
            <a:pPr marL="0" lvl="0" indent="0" algn="ctr" rtl="0">
              <a:spcBef>
                <a:spcPts val="0"/>
              </a:spcBef>
              <a:spcAft>
                <a:spcPts val="0"/>
              </a:spcAft>
              <a:buNone/>
            </a:pPr>
            <a:r>
              <a:rPr lang="en" sz="1100">
                <a:solidFill>
                  <a:srgbClr val="191919"/>
                </a:solidFill>
                <a:latin typeface="Arial (Body)"/>
                <a:ea typeface="Lato"/>
                <a:cs typeface="Lato"/>
                <a:sym typeface="Lato"/>
              </a:rPr>
              <a:t>Employee</a:t>
            </a:r>
            <a:endParaRPr sz="1100" b="1">
              <a:solidFill>
                <a:srgbClr val="191919"/>
              </a:solidFill>
              <a:latin typeface="Arial (Body)"/>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48"/>
        <p:cNvGrpSpPr/>
        <p:nvPr/>
      </p:nvGrpSpPr>
      <p:grpSpPr>
        <a:xfrm>
          <a:off x="0" y="0"/>
          <a:ext cx="0" cy="0"/>
          <a:chOff x="0" y="0"/>
          <a:chExt cx="0" cy="0"/>
        </a:xfrm>
      </p:grpSpPr>
      <p:sp>
        <p:nvSpPr>
          <p:cNvPr id="1449" name="Google Shape;1449;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Market size overview</a:t>
            </a:r>
            <a:endParaRPr>
              <a:latin typeface="Roboto Medium" panose="020B0604020202020204" charset="0"/>
              <a:ea typeface="Roboto Medium" panose="020B0604020202020204" charset="0"/>
            </a:endParaRPr>
          </a:p>
        </p:txBody>
      </p:sp>
      <p:sp>
        <p:nvSpPr>
          <p:cNvPr id="1450" name="Google Shape;1450;p45"/>
          <p:cNvSpPr/>
          <p:nvPr/>
        </p:nvSpPr>
        <p:spPr>
          <a:xfrm>
            <a:off x="867850" y="1354675"/>
            <a:ext cx="3249300" cy="3249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5"/>
          <p:cNvSpPr/>
          <p:nvPr/>
        </p:nvSpPr>
        <p:spPr>
          <a:xfrm>
            <a:off x="1144900" y="1908750"/>
            <a:ext cx="2695200" cy="2695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5"/>
          <p:cNvSpPr/>
          <p:nvPr/>
        </p:nvSpPr>
        <p:spPr>
          <a:xfrm>
            <a:off x="1677550" y="2974125"/>
            <a:ext cx="1629900" cy="1629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5"/>
          <p:cNvSpPr txBox="1"/>
          <p:nvPr/>
        </p:nvSpPr>
        <p:spPr>
          <a:xfrm>
            <a:off x="1820375" y="1345750"/>
            <a:ext cx="1269900"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latin typeface="Roboto Medium" panose="020B0604020202020204" charset="0"/>
                <a:ea typeface="Roboto Medium" panose="020B0604020202020204" charset="0"/>
                <a:cs typeface="Epilogue"/>
                <a:sym typeface="Epilogue"/>
              </a:rPr>
              <a:t>$100M</a:t>
            </a:r>
            <a:endParaRPr sz="2400" b="1">
              <a:solidFill>
                <a:schemeClr val="dk1"/>
              </a:solidFill>
              <a:latin typeface="Roboto Medium" panose="020B0604020202020204" charset="0"/>
              <a:ea typeface="Roboto Medium" panose="020B0604020202020204" charset="0"/>
              <a:cs typeface="Epilogue"/>
              <a:sym typeface="Epilogue"/>
            </a:endParaRPr>
          </a:p>
        </p:txBody>
      </p:sp>
      <p:sp>
        <p:nvSpPr>
          <p:cNvPr id="1454" name="Google Shape;1454;p45"/>
          <p:cNvSpPr txBox="1"/>
          <p:nvPr/>
        </p:nvSpPr>
        <p:spPr>
          <a:xfrm>
            <a:off x="1820375" y="2227875"/>
            <a:ext cx="1269900"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latin typeface="Roboto Medium" panose="020B0604020202020204" charset="0"/>
                <a:ea typeface="Roboto Medium" panose="020B0604020202020204" charset="0"/>
                <a:cs typeface="Epilogue"/>
                <a:sym typeface="Epilogue"/>
              </a:rPr>
              <a:t>$20M</a:t>
            </a:r>
            <a:endParaRPr sz="2400" b="1">
              <a:solidFill>
                <a:schemeClr val="dk1"/>
              </a:solidFill>
              <a:latin typeface="Roboto Medium" panose="020B0604020202020204" charset="0"/>
              <a:ea typeface="Roboto Medium" panose="020B0604020202020204" charset="0"/>
              <a:cs typeface="Epilogue"/>
              <a:sym typeface="Epilogue"/>
            </a:endParaRPr>
          </a:p>
        </p:txBody>
      </p:sp>
      <p:sp>
        <p:nvSpPr>
          <p:cNvPr id="1455" name="Google Shape;1455;p45"/>
          <p:cNvSpPr txBox="1"/>
          <p:nvPr/>
        </p:nvSpPr>
        <p:spPr>
          <a:xfrm>
            <a:off x="1820375" y="3617875"/>
            <a:ext cx="1269900" cy="55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latin typeface="Roboto Medium" panose="020B0604020202020204" charset="0"/>
                <a:ea typeface="Roboto Medium" panose="020B0604020202020204" charset="0"/>
                <a:cs typeface="Epilogue"/>
                <a:sym typeface="Epilogue"/>
              </a:rPr>
              <a:t>$5M</a:t>
            </a:r>
            <a:endParaRPr sz="2400" b="1">
              <a:solidFill>
                <a:schemeClr val="dk1"/>
              </a:solidFill>
              <a:latin typeface="Roboto Medium" panose="020B0604020202020204" charset="0"/>
              <a:ea typeface="Roboto Medium" panose="020B0604020202020204" charset="0"/>
              <a:cs typeface="Epilogue"/>
              <a:sym typeface="Epilogue"/>
            </a:endParaRPr>
          </a:p>
        </p:txBody>
      </p:sp>
      <p:sp>
        <p:nvSpPr>
          <p:cNvPr id="1456" name="Google Shape;1456;p45"/>
          <p:cNvSpPr/>
          <p:nvPr/>
        </p:nvSpPr>
        <p:spPr>
          <a:xfrm>
            <a:off x="4385775" y="1198717"/>
            <a:ext cx="288900" cy="2889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5"/>
          <p:cNvSpPr txBox="1"/>
          <p:nvPr/>
        </p:nvSpPr>
        <p:spPr>
          <a:xfrm>
            <a:off x="4840100" y="1116192"/>
            <a:ext cx="35841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a:solidFill>
                  <a:schemeClr val="dk1"/>
                </a:solidFill>
                <a:latin typeface="Roboto Medium" panose="020B0604020202020204" charset="0"/>
                <a:ea typeface="Roboto Medium" panose="020B0604020202020204" charset="0"/>
                <a:cs typeface="Epilogue"/>
                <a:sym typeface="Epilogue"/>
              </a:rPr>
              <a:t>Outer circle</a:t>
            </a:r>
            <a:endParaRPr sz="1800" b="1">
              <a:solidFill>
                <a:schemeClr val="dk1"/>
              </a:solidFill>
              <a:latin typeface="Roboto Medium" panose="020B0604020202020204" charset="0"/>
              <a:ea typeface="Roboto Medium" panose="020B0604020202020204" charset="0"/>
              <a:cs typeface="Epilogue"/>
              <a:sym typeface="Epilogue"/>
            </a:endParaRPr>
          </a:p>
        </p:txBody>
      </p:sp>
      <p:sp>
        <p:nvSpPr>
          <p:cNvPr id="1458" name="Google Shape;1458;p45"/>
          <p:cNvSpPr txBox="1"/>
          <p:nvPr/>
        </p:nvSpPr>
        <p:spPr>
          <a:xfrm>
            <a:off x="4840100" y="1411445"/>
            <a:ext cx="3584100" cy="84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Body)"/>
                <a:ea typeface="Lato"/>
                <a:cs typeface="Lato"/>
                <a:sym typeface="Lato"/>
              </a:rPr>
              <a:t>Include the total size of the market, which represents the entire potential customer base for the product or service</a:t>
            </a:r>
            <a:endParaRPr sz="1200">
              <a:solidFill>
                <a:schemeClr val="dk1"/>
              </a:solidFill>
              <a:latin typeface="Arial (Body)"/>
              <a:ea typeface="Lato"/>
              <a:cs typeface="Lato"/>
              <a:sym typeface="Lato"/>
            </a:endParaRPr>
          </a:p>
        </p:txBody>
      </p:sp>
      <p:sp>
        <p:nvSpPr>
          <p:cNvPr id="1459" name="Google Shape;1459;p45"/>
          <p:cNvSpPr txBox="1"/>
          <p:nvPr/>
        </p:nvSpPr>
        <p:spPr>
          <a:xfrm>
            <a:off x="4840100" y="2295409"/>
            <a:ext cx="35841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a:solidFill>
                  <a:schemeClr val="dk1"/>
                </a:solidFill>
                <a:latin typeface="Roboto Medium" panose="020B0604020202020204" charset="0"/>
                <a:ea typeface="Roboto Medium" panose="020B0604020202020204" charset="0"/>
                <a:cs typeface="Epilogue"/>
                <a:sym typeface="Epilogue"/>
              </a:rPr>
              <a:t>Middle circle</a:t>
            </a:r>
            <a:endParaRPr sz="1800" b="1">
              <a:solidFill>
                <a:schemeClr val="dk1"/>
              </a:solidFill>
              <a:latin typeface="Roboto Medium" panose="020B0604020202020204" charset="0"/>
              <a:ea typeface="Roboto Medium" panose="020B0604020202020204" charset="0"/>
              <a:cs typeface="Epilogue"/>
              <a:sym typeface="Epilogue"/>
            </a:endParaRPr>
          </a:p>
        </p:txBody>
      </p:sp>
      <p:sp>
        <p:nvSpPr>
          <p:cNvPr id="1460" name="Google Shape;1460;p45"/>
          <p:cNvSpPr txBox="1"/>
          <p:nvPr/>
        </p:nvSpPr>
        <p:spPr>
          <a:xfrm>
            <a:off x="4840100" y="2590639"/>
            <a:ext cx="3584100" cy="84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Body)"/>
                <a:ea typeface="Lato"/>
                <a:cs typeface="Lato"/>
                <a:sym typeface="Lato"/>
              </a:rPr>
              <a:t>Identify the target market for the product or service, which may be a subset of the total market. This could be based on factors such as demographics, geography, or specific needs</a:t>
            </a:r>
            <a:endParaRPr sz="1200">
              <a:solidFill>
                <a:schemeClr val="dk1"/>
              </a:solidFill>
              <a:latin typeface="Arial (Body)"/>
              <a:ea typeface="Lato"/>
              <a:cs typeface="Lato"/>
              <a:sym typeface="Lato"/>
            </a:endParaRPr>
          </a:p>
        </p:txBody>
      </p:sp>
      <p:sp>
        <p:nvSpPr>
          <p:cNvPr id="1461" name="Google Shape;1461;p45"/>
          <p:cNvSpPr txBox="1"/>
          <p:nvPr/>
        </p:nvSpPr>
        <p:spPr>
          <a:xfrm>
            <a:off x="4840100" y="3474627"/>
            <a:ext cx="3584100" cy="424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b="1">
                <a:solidFill>
                  <a:schemeClr val="dk1"/>
                </a:solidFill>
                <a:latin typeface="Roboto Medium" panose="020B0604020202020204" charset="0"/>
                <a:ea typeface="Roboto Medium" panose="020B0604020202020204" charset="0"/>
                <a:cs typeface="Epilogue"/>
                <a:sym typeface="Epilogue"/>
              </a:rPr>
              <a:t>Inner circle</a:t>
            </a:r>
            <a:endParaRPr sz="1800" b="1">
              <a:solidFill>
                <a:schemeClr val="dk1"/>
              </a:solidFill>
              <a:latin typeface="Roboto Medium" panose="020B0604020202020204" charset="0"/>
              <a:ea typeface="Roboto Medium" panose="020B0604020202020204" charset="0"/>
              <a:cs typeface="Epilogue"/>
              <a:sym typeface="Epilogue"/>
            </a:endParaRPr>
          </a:p>
        </p:txBody>
      </p:sp>
      <p:sp>
        <p:nvSpPr>
          <p:cNvPr id="1462" name="Google Shape;1462;p45"/>
          <p:cNvSpPr txBox="1"/>
          <p:nvPr/>
        </p:nvSpPr>
        <p:spPr>
          <a:xfrm>
            <a:off x="4840100" y="3769867"/>
            <a:ext cx="3584100" cy="84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rial (Body)"/>
                <a:ea typeface="Lato"/>
                <a:cs typeface="Lato"/>
                <a:sym typeface="Lato"/>
              </a:rPr>
              <a:t>Indicate the current market size, which represents the portion of the target market that the company has successfully captured</a:t>
            </a:r>
            <a:endParaRPr sz="1200">
              <a:solidFill>
                <a:schemeClr val="dk1"/>
              </a:solidFill>
              <a:latin typeface="Arial (Body)"/>
              <a:ea typeface="Lato"/>
              <a:cs typeface="Lato"/>
              <a:sym typeface="Lato"/>
            </a:endParaRPr>
          </a:p>
        </p:txBody>
      </p:sp>
      <p:sp>
        <p:nvSpPr>
          <p:cNvPr id="1463" name="Google Shape;1463;p45"/>
          <p:cNvSpPr/>
          <p:nvPr/>
        </p:nvSpPr>
        <p:spPr>
          <a:xfrm>
            <a:off x="4385775" y="2374542"/>
            <a:ext cx="288900" cy="2889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5"/>
          <p:cNvSpPr/>
          <p:nvPr/>
        </p:nvSpPr>
        <p:spPr>
          <a:xfrm>
            <a:off x="4385775" y="3550367"/>
            <a:ext cx="288900" cy="288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68"/>
        <p:cNvGrpSpPr/>
        <p:nvPr/>
      </p:nvGrpSpPr>
      <p:grpSpPr>
        <a:xfrm>
          <a:off x="0" y="0"/>
          <a:ext cx="0" cy="0"/>
          <a:chOff x="0" y="0"/>
          <a:chExt cx="0" cy="0"/>
        </a:xfrm>
      </p:grpSpPr>
      <p:sp>
        <p:nvSpPr>
          <p:cNvPr id="1469" name="Google Shape;1469;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Roadmap infographic</a:t>
            </a:r>
            <a:endParaRPr>
              <a:latin typeface="Roboto Medium" panose="020B0604020202020204" charset="0"/>
              <a:ea typeface="Roboto Medium" panose="020B0604020202020204" charset="0"/>
            </a:endParaRPr>
          </a:p>
        </p:txBody>
      </p:sp>
      <p:graphicFrame>
        <p:nvGraphicFramePr>
          <p:cNvPr id="1470" name="Google Shape;1470;p46"/>
          <p:cNvGraphicFramePr/>
          <p:nvPr>
            <p:extLst>
              <p:ext uri="{D42A27DB-BD31-4B8C-83A1-F6EECF244321}">
                <p14:modId xmlns:p14="http://schemas.microsoft.com/office/powerpoint/2010/main" val="3093949159"/>
              </p:ext>
            </p:extLst>
          </p:nvPr>
        </p:nvGraphicFramePr>
        <p:xfrm>
          <a:off x="726875" y="1224388"/>
          <a:ext cx="7704050" cy="3342250"/>
        </p:xfrm>
        <a:graphic>
          <a:graphicData uri="http://schemas.openxmlformats.org/drawingml/2006/table">
            <a:tbl>
              <a:tblPr>
                <a:noFill/>
                <a:tableStyleId>{ED82E061-132E-4F77-8F23-0B4F6D9CAF74}</a:tableStyleId>
              </a:tblPr>
              <a:tblGrid>
                <a:gridCol w="1361775">
                  <a:extLst>
                    <a:ext uri="{9D8B030D-6E8A-4147-A177-3AD203B41FA5}">
                      <a16:colId xmlns:a16="http://schemas.microsoft.com/office/drawing/2014/main" val="20000"/>
                    </a:ext>
                  </a:extLst>
                </a:gridCol>
                <a:gridCol w="2208575">
                  <a:extLst>
                    <a:ext uri="{9D8B030D-6E8A-4147-A177-3AD203B41FA5}">
                      <a16:colId xmlns:a16="http://schemas.microsoft.com/office/drawing/2014/main" val="20001"/>
                    </a:ext>
                  </a:extLst>
                </a:gridCol>
                <a:gridCol w="344475">
                  <a:extLst>
                    <a:ext uri="{9D8B030D-6E8A-4147-A177-3AD203B41FA5}">
                      <a16:colId xmlns:a16="http://schemas.microsoft.com/office/drawing/2014/main" val="20002"/>
                    </a:ext>
                  </a:extLst>
                </a:gridCol>
                <a:gridCol w="344475">
                  <a:extLst>
                    <a:ext uri="{9D8B030D-6E8A-4147-A177-3AD203B41FA5}">
                      <a16:colId xmlns:a16="http://schemas.microsoft.com/office/drawing/2014/main" val="20003"/>
                    </a:ext>
                  </a:extLst>
                </a:gridCol>
                <a:gridCol w="344475">
                  <a:extLst>
                    <a:ext uri="{9D8B030D-6E8A-4147-A177-3AD203B41FA5}">
                      <a16:colId xmlns:a16="http://schemas.microsoft.com/office/drawing/2014/main" val="20004"/>
                    </a:ext>
                  </a:extLst>
                </a:gridCol>
                <a:gridCol w="344475">
                  <a:extLst>
                    <a:ext uri="{9D8B030D-6E8A-4147-A177-3AD203B41FA5}">
                      <a16:colId xmlns:a16="http://schemas.microsoft.com/office/drawing/2014/main" val="20005"/>
                    </a:ext>
                  </a:extLst>
                </a:gridCol>
                <a:gridCol w="344475">
                  <a:extLst>
                    <a:ext uri="{9D8B030D-6E8A-4147-A177-3AD203B41FA5}">
                      <a16:colId xmlns:a16="http://schemas.microsoft.com/office/drawing/2014/main" val="20006"/>
                    </a:ext>
                  </a:extLst>
                </a:gridCol>
                <a:gridCol w="344475">
                  <a:extLst>
                    <a:ext uri="{9D8B030D-6E8A-4147-A177-3AD203B41FA5}">
                      <a16:colId xmlns:a16="http://schemas.microsoft.com/office/drawing/2014/main" val="20007"/>
                    </a:ext>
                  </a:extLst>
                </a:gridCol>
                <a:gridCol w="344475">
                  <a:extLst>
                    <a:ext uri="{9D8B030D-6E8A-4147-A177-3AD203B41FA5}">
                      <a16:colId xmlns:a16="http://schemas.microsoft.com/office/drawing/2014/main" val="20008"/>
                    </a:ext>
                  </a:extLst>
                </a:gridCol>
                <a:gridCol w="344475">
                  <a:extLst>
                    <a:ext uri="{9D8B030D-6E8A-4147-A177-3AD203B41FA5}">
                      <a16:colId xmlns:a16="http://schemas.microsoft.com/office/drawing/2014/main" val="20009"/>
                    </a:ext>
                  </a:extLst>
                </a:gridCol>
                <a:gridCol w="344475">
                  <a:extLst>
                    <a:ext uri="{9D8B030D-6E8A-4147-A177-3AD203B41FA5}">
                      <a16:colId xmlns:a16="http://schemas.microsoft.com/office/drawing/2014/main" val="20010"/>
                    </a:ext>
                  </a:extLst>
                </a:gridCol>
                <a:gridCol w="344475">
                  <a:extLst>
                    <a:ext uri="{9D8B030D-6E8A-4147-A177-3AD203B41FA5}">
                      <a16:colId xmlns:a16="http://schemas.microsoft.com/office/drawing/2014/main" val="20011"/>
                    </a:ext>
                  </a:extLst>
                </a:gridCol>
                <a:gridCol w="344475">
                  <a:extLst>
                    <a:ext uri="{9D8B030D-6E8A-4147-A177-3AD203B41FA5}">
                      <a16:colId xmlns:a16="http://schemas.microsoft.com/office/drawing/2014/main" val="20012"/>
                    </a:ext>
                  </a:extLst>
                </a:gridCol>
                <a:gridCol w="344475">
                  <a:extLst>
                    <a:ext uri="{9D8B030D-6E8A-4147-A177-3AD203B41FA5}">
                      <a16:colId xmlns:a16="http://schemas.microsoft.com/office/drawing/2014/main" val="20013"/>
                    </a:ext>
                  </a:extLst>
                </a:gridCol>
              </a:tblGrid>
              <a:tr h="441850">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Initiative</a:t>
                      </a:r>
                      <a:endParaRPr sz="1800" b="1">
                        <a:solidFill>
                          <a:schemeClr val="dk1"/>
                        </a:solidFill>
                        <a:latin typeface="Arial (Body)"/>
                        <a:ea typeface="Epilogue"/>
                        <a:cs typeface="Epilogue"/>
                        <a:sym typeface="Epilogue"/>
                      </a:endParaRPr>
                    </a:p>
                  </a:txBody>
                  <a:tcPr marL="91425" marR="91425" marT="68575" marB="68575"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Objective</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Jan</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Feb</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Mar</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Clr>
                          <a:srgbClr val="000000"/>
                        </a:buClr>
                        <a:buSzPts val="1100"/>
                        <a:buFont typeface="Arial"/>
                        <a:buNone/>
                      </a:pPr>
                      <a:r>
                        <a:rPr lang="en" sz="1200" b="1">
                          <a:solidFill>
                            <a:schemeClr val="dk1"/>
                          </a:solidFill>
                          <a:latin typeface="Arial (Body)"/>
                          <a:ea typeface="Epilogue"/>
                          <a:cs typeface="Epilogue"/>
                          <a:sym typeface="Epilogue"/>
                        </a:rPr>
                        <a:t>Apr</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May</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Jun</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Jul</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Aug</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Sep</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Oct</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b="1">
                          <a:solidFill>
                            <a:schemeClr val="dk1"/>
                          </a:solidFill>
                          <a:latin typeface="Arial (Body)"/>
                          <a:ea typeface="Epilogue"/>
                          <a:cs typeface="Epilogue"/>
                          <a:sym typeface="Epilogue"/>
                        </a:rPr>
                        <a:t>Nov</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tc>
                  <a:txBody>
                    <a:bodyPr/>
                    <a:lstStyle/>
                    <a:p>
                      <a:pPr marL="0" lvl="0" indent="0" algn="ctr" rtl="0">
                        <a:spcBef>
                          <a:spcPts val="0"/>
                        </a:spcBef>
                        <a:spcAft>
                          <a:spcPts val="0"/>
                        </a:spcAft>
                        <a:buClr>
                          <a:srgbClr val="000000"/>
                        </a:buClr>
                        <a:buSzPts val="1100"/>
                        <a:buFont typeface="Arial"/>
                        <a:buNone/>
                      </a:pPr>
                      <a:r>
                        <a:rPr lang="en" sz="1200" b="1">
                          <a:solidFill>
                            <a:schemeClr val="dk1"/>
                          </a:solidFill>
                          <a:latin typeface="Arial (Body)"/>
                          <a:ea typeface="Epilogue"/>
                          <a:cs typeface="Epilogue"/>
                          <a:sym typeface="Epilogue"/>
                        </a:rPr>
                        <a:t>Dec</a:t>
                      </a:r>
                      <a:endParaRPr sz="1200" b="1">
                        <a:solidFill>
                          <a:schemeClr val="dk1"/>
                        </a:solidFill>
                        <a:latin typeface="Arial (Body)"/>
                        <a:ea typeface="Epilogue"/>
                        <a:cs typeface="Epilogue"/>
                        <a:sym typeface="Epilogue"/>
                      </a:endParaRPr>
                    </a:p>
                  </a:txBody>
                  <a:tcPr marL="0" marR="0" marT="0" marB="0" anchor="ctr">
                    <a:lnL w="9525" cap="flat" cmpd="sng">
                      <a:solidFill>
                        <a:srgbClr val="595959"/>
                      </a:solidFill>
                      <a:prstDash val="dashDot"/>
                      <a:round/>
                      <a:headEnd type="none" w="sm" len="sm"/>
                      <a:tailEnd type="none" w="sm" len="sm"/>
                    </a:lnL>
                    <a:lnR w="9525" cap="flat" cmpd="sng">
                      <a:solidFill>
                        <a:srgbClr val="595959">
                          <a:alpha val="0"/>
                        </a:srgbClr>
                      </a:solidFill>
                      <a:prstDash val="dashDot"/>
                      <a:round/>
                      <a:headEnd type="none" w="sm" len="sm"/>
                      <a:tailEnd type="none" w="sm" len="sm"/>
                    </a:lnR>
                    <a:lnT w="9525" cap="flat" cmpd="sng">
                      <a:solidFill>
                        <a:srgbClr val="595959">
                          <a:alpha val="0"/>
                        </a:srgbClr>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dk2"/>
                    </a:solidFill>
                  </a:tcPr>
                </a:tc>
                <a:extLst>
                  <a:ext uri="{0D108BD9-81ED-4DB2-BD59-A6C34878D82A}">
                    <a16:rowId xmlns:a16="http://schemas.microsoft.com/office/drawing/2014/main" val="10000"/>
                  </a:ext>
                </a:extLst>
              </a:tr>
              <a:tr h="450800">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Understanding</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Analyze and understand the needs of your target audience</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alpha val="0"/>
                        </a:srgbClr>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extLst>
                  <a:ext uri="{0D108BD9-81ED-4DB2-BD59-A6C34878D82A}">
                    <a16:rowId xmlns:a16="http://schemas.microsoft.com/office/drawing/2014/main" val="10001"/>
                  </a:ext>
                </a:extLst>
              </a:tr>
              <a:tr h="450800">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Conduct research</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Research existing products in the industry and analyze how successful they are</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alpha val="0"/>
                        </a:srgbClr>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extLst>
                  <a:ext uri="{0D108BD9-81ED-4DB2-BD59-A6C34878D82A}">
                    <a16:rowId xmlns:a16="http://schemas.microsoft.com/office/drawing/2014/main" val="10002"/>
                  </a:ext>
                </a:extLst>
              </a:tr>
              <a:tr h="450800">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Brainstorm ideas</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Generate ideas based on user feedback and research findings</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alpha val="0"/>
                        </a:srgbClr>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extLst>
                  <a:ext uri="{0D108BD9-81ED-4DB2-BD59-A6C34878D82A}">
                    <a16:rowId xmlns:a16="http://schemas.microsoft.com/office/drawing/2014/main" val="10003"/>
                  </a:ext>
                </a:extLst>
              </a:tr>
              <a:tr h="450800">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Develop a prototype</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Create a basic version of the product to show investors</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alpha val="0"/>
                        </a:srgbClr>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extLst>
                  <a:ext uri="{0D108BD9-81ED-4DB2-BD59-A6C34878D82A}">
                    <a16:rowId xmlns:a16="http://schemas.microsoft.com/office/drawing/2014/main" val="10004"/>
                  </a:ext>
                </a:extLst>
              </a:tr>
              <a:tr h="450800">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Test for usability</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Put the prototype through rigorous testing processes to ensure that it meets user requirements </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solidFill>
                      <a:schemeClr val="accent1"/>
                    </a:solidFill>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alpha val="0"/>
                        </a:srgbClr>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solidFill>
                      <a:prstDash val="dashDot"/>
                      <a:round/>
                      <a:headEnd type="none" w="sm" len="sm"/>
                      <a:tailEnd type="none" w="sm" len="sm"/>
                    </a:lnB>
                  </a:tcPr>
                </a:tc>
                <a:extLst>
                  <a:ext uri="{0D108BD9-81ED-4DB2-BD59-A6C34878D82A}">
                    <a16:rowId xmlns:a16="http://schemas.microsoft.com/office/drawing/2014/main" val="10005"/>
                  </a:ext>
                </a:extLst>
              </a:tr>
              <a:tr h="450800">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Analyze feedback</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alpha val="0"/>
                        </a:srgbClr>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Understand the opinion of the users who tried your product</a:t>
                      </a:r>
                      <a:endParaRPr sz="1000">
                        <a:solidFill>
                          <a:schemeClr val="dk1"/>
                        </a:solidFill>
                        <a:latin typeface="Arial (Body)"/>
                        <a:ea typeface="Lato"/>
                        <a:cs typeface="Lato"/>
                        <a:sym typeface="Lato"/>
                      </a:endParaRPr>
                    </a:p>
                  </a:txBody>
                  <a:tcPr marL="45700" marR="45700" marT="45700" marB="4570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tcPr>
                </a:tc>
                <a:tc>
                  <a:txBody>
                    <a:bodyPr/>
                    <a:lstStyle/>
                    <a:p>
                      <a:pPr marL="0" lvl="0" indent="0" algn="ctr" rtl="0">
                        <a:spcBef>
                          <a:spcPts val="0"/>
                        </a:spcBef>
                        <a:spcAft>
                          <a:spcPts val="0"/>
                        </a:spcAft>
                        <a:buNone/>
                      </a:pPr>
                      <a:endParaRPr sz="1000">
                        <a:solidFill>
                          <a:schemeClr val="dk1"/>
                        </a:solidFill>
                        <a:latin typeface="Arial (Body)"/>
                        <a:ea typeface="Lato"/>
                        <a:cs typeface="Lato"/>
                        <a:sym typeface="Lato"/>
                      </a:endParaRPr>
                    </a:p>
                  </a:txBody>
                  <a:tcPr marL="0" marR="0" marT="0" marB="0" anchor="ctr">
                    <a:lnL w="9525" cap="flat" cmpd="sng">
                      <a:solidFill>
                        <a:srgbClr val="595959"/>
                      </a:solidFill>
                      <a:prstDash val="dashDot"/>
                      <a:round/>
                      <a:headEnd type="none" w="sm" len="sm"/>
                      <a:tailEnd type="none" w="sm" len="sm"/>
                    </a:lnL>
                    <a:lnR w="9525" cap="flat" cmpd="sng">
                      <a:solidFill>
                        <a:srgbClr val="595959">
                          <a:alpha val="0"/>
                        </a:srgbClr>
                      </a:solidFill>
                      <a:prstDash val="dashDot"/>
                      <a:round/>
                      <a:headEnd type="none" w="sm" len="sm"/>
                      <a:tailEnd type="none" w="sm" len="sm"/>
                    </a:lnR>
                    <a:lnT w="9525" cap="flat" cmpd="sng">
                      <a:solidFill>
                        <a:srgbClr val="595959"/>
                      </a:solidFill>
                      <a:prstDash val="dashDot"/>
                      <a:round/>
                      <a:headEnd type="none" w="sm" len="sm"/>
                      <a:tailEnd type="none" w="sm" len="sm"/>
                    </a:lnT>
                    <a:lnB w="9525" cap="flat" cmpd="sng">
                      <a:solidFill>
                        <a:srgbClr val="595959">
                          <a:alpha val="0"/>
                        </a:srgbClr>
                      </a:solidFill>
                      <a:prstDash val="dashDot"/>
                      <a:round/>
                      <a:headEnd type="none" w="sm" len="sm"/>
                      <a:tailEnd type="none" w="sm" len="sm"/>
                    </a:lnB>
                    <a:solidFill>
                      <a:schemeClr val="accent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74"/>
        <p:cNvGrpSpPr/>
        <p:nvPr/>
      </p:nvGrpSpPr>
      <p:grpSpPr>
        <a:xfrm>
          <a:off x="0" y="0"/>
          <a:ext cx="0" cy="0"/>
          <a:chOff x="0" y="0"/>
          <a:chExt cx="0" cy="0"/>
        </a:xfrm>
      </p:grpSpPr>
      <p:sp>
        <p:nvSpPr>
          <p:cNvPr id="1475" name="Google Shape;1475;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KPI dashboard</a:t>
            </a:r>
            <a:endParaRPr>
              <a:latin typeface="Roboto Medium" panose="020B0604020202020204" charset="0"/>
              <a:ea typeface="Roboto Medium" panose="020B0604020202020204" charset="0"/>
            </a:endParaRPr>
          </a:p>
        </p:txBody>
      </p:sp>
      <p:graphicFrame>
        <p:nvGraphicFramePr>
          <p:cNvPr id="1476" name="Google Shape;1476;p47"/>
          <p:cNvGraphicFramePr/>
          <p:nvPr>
            <p:extLst>
              <p:ext uri="{D42A27DB-BD31-4B8C-83A1-F6EECF244321}">
                <p14:modId xmlns:p14="http://schemas.microsoft.com/office/powerpoint/2010/main" val="1321764662"/>
              </p:ext>
            </p:extLst>
          </p:nvPr>
        </p:nvGraphicFramePr>
        <p:xfrm>
          <a:off x="720000" y="1186325"/>
          <a:ext cx="3439600" cy="3417725"/>
        </p:xfrm>
        <a:graphic>
          <a:graphicData uri="http://schemas.openxmlformats.org/drawingml/2006/table">
            <a:tbl>
              <a:tblPr>
                <a:noFill/>
                <a:tableStyleId>{B8538952-477B-4BD7-A4A3-5D61AC24E2C0}</a:tableStyleId>
              </a:tblPr>
              <a:tblGrid>
                <a:gridCol w="961450">
                  <a:extLst>
                    <a:ext uri="{9D8B030D-6E8A-4147-A177-3AD203B41FA5}">
                      <a16:colId xmlns:a16="http://schemas.microsoft.com/office/drawing/2014/main" val="20000"/>
                    </a:ext>
                  </a:extLst>
                </a:gridCol>
                <a:gridCol w="826050">
                  <a:extLst>
                    <a:ext uri="{9D8B030D-6E8A-4147-A177-3AD203B41FA5}">
                      <a16:colId xmlns:a16="http://schemas.microsoft.com/office/drawing/2014/main" val="20001"/>
                    </a:ext>
                  </a:extLst>
                </a:gridCol>
                <a:gridCol w="874150">
                  <a:extLst>
                    <a:ext uri="{9D8B030D-6E8A-4147-A177-3AD203B41FA5}">
                      <a16:colId xmlns:a16="http://schemas.microsoft.com/office/drawing/2014/main" val="20002"/>
                    </a:ext>
                  </a:extLst>
                </a:gridCol>
                <a:gridCol w="777950">
                  <a:extLst>
                    <a:ext uri="{9D8B030D-6E8A-4147-A177-3AD203B41FA5}">
                      <a16:colId xmlns:a16="http://schemas.microsoft.com/office/drawing/2014/main" val="20003"/>
                    </a:ext>
                  </a:extLst>
                </a:gridCol>
              </a:tblGrid>
              <a:tr h="381725">
                <a:tc>
                  <a:txBody>
                    <a:bodyPr/>
                    <a:lstStyle/>
                    <a:p>
                      <a:pPr marL="0" lvl="0" indent="0" algn="l" rtl="0">
                        <a:spcBef>
                          <a:spcPts val="0"/>
                        </a:spcBef>
                        <a:spcAft>
                          <a:spcPts val="0"/>
                        </a:spcAft>
                        <a:buNone/>
                      </a:pPr>
                      <a:r>
                        <a:rPr lang="en" sz="1200" b="1">
                          <a:solidFill>
                            <a:schemeClr val="dk1"/>
                          </a:solidFill>
                          <a:latin typeface="Arial (Body)"/>
                          <a:ea typeface="Epilogue"/>
                          <a:cs typeface="Epilogue"/>
                          <a:sym typeface="Epilogue"/>
                        </a:rPr>
                        <a:t>Product</a:t>
                      </a:r>
                      <a:endParaRPr sz="1200" b="1">
                        <a:solidFill>
                          <a:schemeClr val="dk1"/>
                        </a:solidFill>
                        <a:latin typeface="Arial (Body)"/>
                        <a:ea typeface="Epilogue"/>
                        <a:cs typeface="Epilogue"/>
                        <a:sym typeface="Epilogue"/>
                      </a:endParaRPr>
                    </a:p>
                  </a:txBody>
                  <a:tcPr marL="91425" marR="91425" marT="45700" marB="45700">
                    <a:lnL w="9525" cap="flat" cmpd="sng">
                      <a:solidFill>
                        <a:schemeClr val="accent4">
                          <a:alpha val="0"/>
                        </a:schemeClr>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alpha val="0"/>
                        </a:schemeClr>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accent5"/>
                    </a:solidFill>
                  </a:tcPr>
                </a:tc>
                <a:tc>
                  <a:txBody>
                    <a:bodyPr/>
                    <a:lstStyle/>
                    <a:p>
                      <a:pPr marL="0" lvl="0" indent="0" algn="l" rtl="0">
                        <a:spcBef>
                          <a:spcPts val="0"/>
                        </a:spcBef>
                        <a:spcAft>
                          <a:spcPts val="0"/>
                        </a:spcAft>
                        <a:buNone/>
                      </a:pPr>
                      <a:r>
                        <a:rPr lang="en" sz="1200" b="1">
                          <a:solidFill>
                            <a:schemeClr val="dk1"/>
                          </a:solidFill>
                          <a:latin typeface="Arial (Body)"/>
                          <a:ea typeface="Epilogue"/>
                          <a:cs typeface="Epilogue"/>
                          <a:sym typeface="Epilogue"/>
                        </a:rPr>
                        <a:t>Units</a:t>
                      </a:r>
                      <a:endParaRPr sz="1200" b="1">
                        <a:solidFill>
                          <a:schemeClr val="dk1"/>
                        </a:solidFill>
                        <a:latin typeface="Arial (Body)"/>
                        <a:ea typeface="Epilogue"/>
                        <a:cs typeface="Epilogue"/>
                        <a:sym typeface="Epilogue"/>
                      </a:endParaRPr>
                    </a:p>
                  </a:txBody>
                  <a:tcPr marL="91425" marR="91425" marT="45700" marB="45700">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alpha val="0"/>
                        </a:schemeClr>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accent5"/>
                    </a:solidFill>
                  </a:tcPr>
                </a:tc>
                <a:tc>
                  <a:txBody>
                    <a:bodyPr/>
                    <a:lstStyle/>
                    <a:p>
                      <a:pPr marL="0" lvl="0" indent="0" algn="l" rtl="0">
                        <a:spcBef>
                          <a:spcPts val="0"/>
                        </a:spcBef>
                        <a:spcAft>
                          <a:spcPts val="0"/>
                        </a:spcAft>
                        <a:buNone/>
                      </a:pPr>
                      <a:r>
                        <a:rPr lang="en" sz="1200" b="1">
                          <a:solidFill>
                            <a:schemeClr val="dk1"/>
                          </a:solidFill>
                          <a:latin typeface="Arial (Body)"/>
                          <a:ea typeface="Epilogue"/>
                          <a:cs typeface="Epilogue"/>
                          <a:sym typeface="Epilogue"/>
                        </a:rPr>
                        <a:t>Revenue</a:t>
                      </a:r>
                      <a:endParaRPr sz="1200" b="1">
                        <a:solidFill>
                          <a:schemeClr val="dk1"/>
                        </a:solidFill>
                        <a:latin typeface="Arial (Body)"/>
                        <a:ea typeface="Epilogue"/>
                        <a:cs typeface="Epilogue"/>
                        <a:sym typeface="Epilogue"/>
                      </a:endParaRPr>
                    </a:p>
                  </a:txBody>
                  <a:tcPr marL="91425" marR="91425" marT="45700" marB="45700">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alpha val="0"/>
                        </a:schemeClr>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accent5"/>
                    </a:solidFill>
                  </a:tcPr>
                </a:tc>
                <a:tc>
                  <a:txBody>
                    <a:bodyPr/>
                    <a:lstStyle/>
                    <a:p>
                      <a:pPr marL="0" lvl="0" indent="0" algn="l" rtl="0">
                        <a:spcBef>
                          <a:spcPts val="0"/>
                        </a:spcBef>
                        <a:spcAft>
                          <a:spcPts val="0"/>
                        </a:spcAft>
                        <a:buNone/>
                      </a:pPr>
                      <a:r>
                        <a:rPr lang="en" sz="1200" b="1">
                          <a:solidFill>
                            <a:schemeClr val="dk1"/>
                          </a:solidFill>
                          <a:latin typeface="Arial (Body)"/>
                          <a:ea typeface="Epilogue"/>
                          <a:cs typeface="Epilogue"/>
                          <a:sym typeface="Epilogue"/>
                        </a:rPr>
                        <a:t>Return</a:t>
                      </a:r>
                      <a:endParaRPr b="1">
                        <a:solidFill>
                          <a:schemeClr val="dk1"/>
                        </a:solidFill>
                        <a:latin typeface="Arial (Body)"/>
                        <a:ea typeface="Epilogue"/>
                        <a:cs typeface="Epilogue"/>
                        <a:sym typeface="Epilogue"/>
                      </a:endParaRPr>
                    </a:p>
                  </a:txBody>
                  <a:tcPr marL="91425" marR="91425" marT="45700" marB="45700">
                    <a:lnL w="9525" cap="flat" cmpd="sng">
                      <a:solidFill>
                        <a:schemeClr val="accent4"/>
                      </a:solidFill>
                      <a:prstDash val="dashDot"/>
                      <a:round/>
                      <a:headEnd type="none" w="sm" len="sm"/>
                      <a:tailEnd type="none" w="sm" len="sm"/>
                    </a:lnL>
                    <a:lnR w="9525" cap="flat" cmpd="sng">
                      <a:solidFill>
                        <a:schemeClr val="accent4">
                          <a:alpha val="0"/>
                        </a:schemeClr>
                      </a:solidFill>
                      <a:prstDash val="dashDot"/>
                      <a:round/>
                      <a:headEnd type="none" w="sm" len="sm"/>
                      <a:tailEnd type="none" w="sm" len="sm"/>
                    </a:lnR>
                    <a:lnT w="9525" cap="flat" cmpd="sng">
                      <a:solidFill>
                        <a:schemeClr val="accent4">
                          <a:alpha val="0"/>
                        </a:schemeClr>
                      </a:solidFill>
                      <a:prstDash val="dashDot"/>
                      <a:round/>
                      <a:headEnd type="none" w="sm" len="sm"/>
                      <a:tailEnd type="none" w="sm" len="sm"/>
                    </a:lnT>
                    <a:lnB w="9525" cap="flat" cmpd="sng">
                      <a:solidFill>
                        <a:schemeClr val="accent4"/>
                      </a:solidFill>
                      <a:prstDash val="dashDot"/>
                      <a:round/>
                      <a:headEnd type="none" w="sm" len="sm"/>
                      <a:tailEnd type="none" w="sm" len="sm"/>
                    </a:lnB>
                    <a:solidFill>
                      <a:schemeClr val="accent5"/>
                    </a:solidFill>
                  </a:tcPr>
                </a:tc>
                <a:extLst>
                  <a:ext uri="{0D108BD9-81ED-4DB2-BD59-A6C34878D82A}">
                    <a16:rowId xmlns:a16="http://schemas.microsoft.com/office/drawing/2014/main" val="10000"/>
                  </a:ext>
                </a:extLst>
              </a:tr>
              <a:tr h="379500">
                <a:tc>
                  <a:txBody>
                    <a:bodyPr/>
                    <a:lstStyle/>
                    <a:p>
                      <a:pPr marL="0" lvl="0" indent="0" algn="l" rtl="0">
                        <a:spcBef>
                          <a:spcPts val="0"/>
                        </a:spcBef>
                        <a:spcAft>
                          <a:spcPts val="0"/>
                        </a:spcAft>
                        <a:buNone/>
                      </a:pPr>
                      <a:r>
                        <a:rPr lang="en" sz="1000" b="1">
                          <a:solidFill>
                            <a:schemeClr val="dk1"/>
                          </a:solidFill>
                          <a:latin typeface="Arial (Body)"/>
                          <a:ea typeface="Epilogue"/>
                          <a:cs typeface="Epilogue"/>
                          <a:sym typeface="Epilogue"/>
                        </a:rPr>
                        <a:t>Item 1</a:t>
                      </a:r>
                      <a:endParaRPr sz="1000" b="1">
                        <a:solidFill>
                          <a:schemeClr val="dk1"/>
                        </a:solidFill>
                        <a:latin typeface="Arial (Body)"/>
                        <a:ea typeface="Epilogue"/>
                        <a:cs typeface="Epilogue"/>
                        <a:sym typeface="Epilogue"/>
                      </a:endParaRPr>
                    </a:p>
                  </a:txBody>
                  <a:tcPr marL="91425" marR="91425" marT="0" marB="0" anchor="ctr">
                    <a:lnL w="9525" cap="flat" cmpd="sng">
                      <a:solidFill>
                        <a:schemeClr val="accent4">
                          <a:alpha val="0"/>
                        </a:schemeClr>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500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2,000,000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40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alpha val="0"/>
                        </a:schemeClr>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1"/>
                  </a:ext>
                </a:extLst>
              </a:tr>
              <a:tr h="379500">
                <a:tc>
                  <a:txBody>
                    <a:bodyPr/>
                    <a:lstStyle/>
                    <a:p>
                      <a:pPr marL="0" lvl="0" indent="0" algn="l" rtl="0">
                        <a:spcBef>
                          <a:spcPts val="0"/>
                        </a:spcBef>
                        <a:spcAft>
                          <a:spcPts val="0"/>
                        </a:spcAft>
                        <a:buNone/>
                      </a:pPr>
                      <a:r>
                        <a:rPr lang="en" sz="1000" b="1">
                          <a:solidFill>
                            <a:schemeClr val="dk1"/>
                          </a:solidFill>
                          <a:latin typeface="Arial (Body)"/>
                          <a:ea typeface="Epilogue"/>
                          <a:cs typeface="Epilogue"/>
                          <a:sym typeface="Epilogue"/>
                        </a:rPr>
                        <a:t>Item 2</a:t>
                      </a:r>
                      <a:endParaRPr sz="1000" b="1">
                        <a:solidFill>
                          <a:schemeClr val="dk1"/>
                        </a:solidFill>
                        <a:latin typeface="Arial (Body)"/>
                        <a:ea typeface="Epilogue"/>
                        <a:cs typeface="Epilogue"/>
                        <a:sym typeface="Epilogue"/>
                      </a:endParaRPr>
                    </a:p>
                  </a:txBody>
                  <a:tcPr marL="91425" marR="91425" marT="0" marB="0" anchor="ctr">
                    <a:lnL w="9525" cap="flat" cmpd="sng">
                      <a:solidFill>
                        <a:schemeClr val="accent4">
                          <a:alpha val="0"/>
                        </a:schemeClr>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1,000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50,750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10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alpha val="0"/>
                        </a:schemeClr>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2"/>
                  </a:ext>
                </a:extLst>
              </a:tr>
              <a:tr h="379500">
                <a:tc>
                  <a:txBody>
                    <a:bodyPr/>
                    <a:lstStyle/>
                    <a:p>
                      <a:pPr marL="0" lvl="0" indent="0" algn="l" rtl="0">
                        <a:spcBef>
                          <a:spcPts val="0"/>
                        </a:spcBef>
                        <a:spcAft>
                          <a:spcPts val="0"/>
                        </a:spcAft>
                        <a:buNone/>
                      </a:pPr>
                      <a:r>
                        <a:rPr lang="en" sz="1000" b="1">
                          <a:solidFill>
                            <a:schemeClr val="dk1"/>
                          </a:solidFill>
                          <a:latin typeface="Arial (Body)"/>
                          <a:ea typeface="Epilogue"/>
                          <a:cs typeface="Epilogue"/>
                          <a:sym typeface="Epilogue"/>
                        </a:rPr>
                        <a:t>Item 3</a:t>
                      </a:r>
                      <a:endParaRPr sz="1000" b="1">
                        <a:solidFill>
                          <a:schemeClr val="dk1"/>
                        </a:solidFill>
                        <a:latin typeface="Arial (Body)"/>
                        <a:ea typeface="Epilogue"/>
                        <a:cs typeface="Epilogue"/>
                        <a:sym typeface="Epilogue"/>
                      </a:endParaRPr>
                    </a:p>
                  </a:txBody>
                  <a:tcPr marL="91425" marR="91425" marT="0" marB="0" anchor="ctr">
                    <a:lnL w="9525" cap="flat" cmpd="sng">
                      <a:solidFill>
                        <a:schemeClr val="accent4">
                          <a:alpha val="0"/>
                        </a:schemeClr>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250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1,500,000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300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alpha val="0"/>
                        </a:schemeClr>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3"/>
                  </a:ext>
                </a:extLst>
              </a:tr>
              <a:tr h="379500">
                <a:tc>
                  <a:txBody>
                    <a:bodyPr/>
                    <a:lstStyle/>
                    <a:p>
                      <a:pPr marL="0" lvl="0" indent="0" algn="l" rtl="0">
                        <a:spcBef>
                          <a:spcPts val="0"/>
                        </a:spcBef>
                        <a:spcAft>
                          <a:spcPts val="0"/>
                        </a:spcAft>
                        <a:buNone/>
                      </a:pPr>
                      <a:r>
                        <a:rPr lang="en" sz="1000" b="1">
                          <a:solidFill>
                            <a:schemeClr val="dk1"/>
                          </a:solidFill>
                          <a:latin typeface="Arial (Body)"/>
                          <a:ea typeface="Epilogue"/>
                          <a:cs typeface="Epilogue"/>
                          <a:sym typeface="Epilogue"/>
                        </a:rPr>
                        <a:t>Item 4</a:t>
                      </a:r>
                      <a:endParaRPr sz="1000" b="1">
                        <a:solidFill>
                          <a:schemeClr val="dk1"/>
                        </a:solidFill>
                        <a:latin typeface="Arial (Body)"/>
                        <a:ea typeface="Epilogue"/>
                        <a:cs typeface="Epilogue"/>
                        <a:sym typeface="Epilogue"/>
                      </a:endParaRPr>
                    </a:p>
                  </a:txBody>
                  <a:tcPr marL="91425" marR="91425" marT="0" marB="0" anchor="ctr">
                    <a:lnL w="9525" cap="flat" cmpd="sng">
                      <a:solidFill>
                        <a:schemeClr val="accent4">
                          <a:alpha val="0"/>
                        </a:schemeClr>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500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2,000,000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40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alpha val="0"/>
                        </a:schemeClr>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4"/>
                  </a:ext>
                </a:extLst>
              </a:tr>
              <a:tr h="379500">
                <a:tc>
                  <a:txBody>
                    <a:bodyPr/>
                    <a:lstStyle/>
                    <a:p>
                      <a:pPr marL="0" lvl="0" indent="0" algn="l" rtl="0">
                        <a:spcBef>
                          <a:spcPts val="0"/>
                        </a:spcBef>
                        <a:spcAft>
                          <a:spcPts val="0"/>
                        </a:spcAft>
                        <a:buNone/>
                      </a:pPr>
                      <a:r>
                        <a:rPr lang="en" sz="1000" b="1">
                          <a:solidFill>
                            <a:schemeClr val="dk1"/>
                          </a:solidFill>
                          <a:latin typeface="Arial (Body)"/>
                          <a:ea typeface="Epilogue"/>
                          <a:cs typeface="Epilogue"/>
                          <a:sym typeface="Epilogue"/>
                        </a:rPr>
                        <a:t>Item 5</a:t>
                      </a:r>
                      <a:endParaRPr sz="1000" b="1">
                        <a:solidFill>
                          <a:schemeClr val="dk1"/>
                        </a:solidFill>
                        <a:latin typeface="Arial (Body)"/>
                        <a:ea typeface="Epilogue"/>
                        <a:cs typeface="Epilogue"/>
                        <a:sym typeface="Epilogue"/>
                      </a:endParaRPr>
                    </a:p>
                  </a:txBody>
                  <a:tcPr marL="91425" marR="91425" marT="0" marB="0" anchor="ctr">
                    <a:lnL w="9525" cap="flat" cmpd="sng">
                      <a:solidFill>
                        <a:schemeClr val="accent4">
                          <a:alpha val="0"/>
                        </a:schemeClr>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1,000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50,750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10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alpha val="0"/>
                        </a:schemeClr>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5"/>
                  </a:ext>
                </a:extLst>
              </a:tr>
              <a:tr h="379500">
                <a:tc>
                  <a:txBody>
                    <a:bodyPr/>
                    <a:lstStyle/>
                    <a:p>
                      <a:pPr marL="0" lvl="0" indent="0" algn="l" rtl="0">
                        <a:spcBef>
                          <a:spcPts val="0"/>
                        </a:spcBef>
                        <a:spcAft>
                          <a:spcPts val="0"/>
                        </a:spcAft>
                        <a:buNone/>
                      </a:pPr>
                      <a:r>
                        <a:rPr lang="en" sz="1000" b="1">
                          <a:solidFill>
                            <a:schemeClr val="dk1"/>
                          </a:solidFill>
                          <a:latin typeface="Arial (Body)"/>
                          <a:ea typeface="Epilogue"/>
                          <a:cs typeface="Epilogue"/>
                          <a:sym typeface="Epilogue"/>
                        </a:rPr>
                        <a:t>Item 6</a:t>
                      </a:r>
                      <a:endParaRPr sz="1000" b="1">
                        <a:solidFill>
                          <a:schemeClr val="dk1"/>
                        </a:solidFill>
                        <a:latin typeface="Arial (Body)"/>
                        <a:ea typeface="Epilogue"/>
                        <a:cs typeface="Epilogue"/>
                        <a:sym typeface="Epilogue"/>
                      </a:endParaRPr>
                    </a:p>
                  </a:txBody>
                  <a:tcPr marL="91425" marR="91425" marT="0" marB="0" anchor="ctr">
                    <a:lnL w="9525" cap="flat" cmpd="sng">
                      <a:solidFill>
                        <a:schemeClr val="accent4">
                          <a:alpha val="0"/>
                        </a:schemeClr>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250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1,500,000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300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alpha val="0"/>
                        </a:schemeClr>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6"/>
                  </a:ext>
                </a:extLst>
              </a:tr>
              <a:tr h="379500">
                <a:tc>
                  <a:txBody>
                    <a:bodyPr/>
                    <a:lstStyle/>
                    <a:p>
                      <a:pPr marL="0" lvl="0" indent="0" algn="l" rtl="0">
                        <a:spcBef>
                          <a:spcPts val="0"/>
                        </a:spcBef>
                        <a:spcAft>
                          <a:spcPts val="0"/>
                        </a:spcAft>
                        <a:buNone/>
                      </a:pPr>
                      <a:r>
                        <a:rPr lang="en" sz="1000" b="1">
                          <a:solidFill>
                            <a:schemeClr val="dk1"/>
                          </a:solidFill>
                          <a:latin typeface="Arial (Body)"/>
                          <a:ea typeface="Epilogue"/>
                          <a:cs typeface="Epilogue"/>
                          <a:sym typeface="Epilogue"/>
                        </a:rPr>
                        <a:t>Item 7</a:t>
                      </a:r>
                      <a:endParaRPr sz="1000" b="1">
                        <a:solidFill>
                          <a:schemeClr val="dk1"/>
                        </a:solidFill>
                        <a:latin typeface="Arial (Body)"/>
                        <a:ea typeface="Epilogue"/>
                        <a:cs typeface="Epilogue"/>
                        <a:sym typeface="Epilogue"/>
                      </a:endParaRPr>
                    </a:p>
                  </a:txBody>
                  <a:tcPr marL="91425" marR="91425" marT="0" marB="0" anchor="ctr">
                    <a:lnL w="9525" cap="flat" cmpd="sng">
                      <a:solidFill>
                        <a:schemeClr val="accent4">
                          <a:alpha val="0"/>
                        </a:schemeClr>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500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2,000,000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40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alpha val="0"/>
                        </a:schemeClr>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solidFill>
                      <a:prstDash val="dashDot"/>
                      <a:round/>
                      <a:headEnd type="none" w="sm" len="sm"/>
                      <a:tailEnd type="none" w="sm" len="sm"/>
                    </a:lnB>
                  </a:tcPr>
                </a:tc>
                <a:extLst>
                  <a:ext uri="{0D108BD9-81ED-4DB2-BD59-A6C34878D82A}">
                    <a16:rowId xmlns:a16="http://schemas.microsoft.com/office/drawing/2014/main" val="10007"/>
                  </a:ext>
                </a:extLst>
              </a:tr>
              <a:tr h="379500">
                <a:tc>
                  <a:txBody>
                    <a:bodyPr/>
                    <a:lstStyle/>
                    <a:p>
                      <a:pPr marL="0" lvl="0" indent="0" algn="l" rtl="0">
                        <a:spcBef>
                          <a:spcPts val="0"/>
                        </a:spcBef>
                        <a:spcAft>
                          <a:spcPts val="0"/>
                        </a:spcAft>
                        <a:buNone/>
                      </a:pPr>
                      <a:r>
                        <a:rPr lang="en" sz="1000" b="1">
                          <a:solidFill>
                            <a:schemeClr val="dk1"/>
                          </a:solidFill>
                          <a:latin typeface="Arial (Body)"/>
                          <a:ea typeface="Epilogue"/>
                          <a:cs typeface="Epilogue"/>
                          <a:sym typeface="Epilogue"/>
                        </a:rPr>
                        <a:t>Item 8</a:t>
                      </a:r>
                      <a:endParaRPr sz="1000" b="1">
                        <a:solidFill>
                          <a:schemeClr val="dk1"/>
                        </a:solidFill>
                        <a:latin typeface="Arial (Body)"/>
                        <a:ea typeface="Epilogue"/>
                        <a:cs typeface="Epilogue"/>
                        <a:sym typeface="Epilogue"/>
                      </a:endParaRPr>
                    </a:p>
                  </a:txBody>
                  <a:tcPr marL="91425" marR="91425" marT="0" marB="0" anchor="ctr">
                    <a:lnL w="9525" cap="flat" cmpd="sng">
                      <a:solidFill>
                        <a:schemeClr val="accent4">
                          <a:alpha val="0"/>
                        </a:schemeClr>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alpha val="0"/>
                        </a:schemeClr>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1,000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alpha val="0"/>
                        </a:schemeClr>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50,750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alpha val="0"/>
                        </a:schemeClr>
                      </a:solidFill>
                      <a:prstDash val="dashDot"/>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rial (Body)"/>
                          <a:ea typeface="Lato"/>
                          <a:cs typeface="Lato"/>
                          <a:sym typeface="Lato"/>
                        </a:rPr>
                        <a:t>10</a:t>
                      </a:r>
                      <a:endParaRPr sz="1000">
                        <a:solidFill>
                          <a:schemeClr val="dk1"/>
                        </a:solidFill>
                        <a:latin typeface="Arial (Body)"/>
                        <a:ea typeface="Lato"/>
                        <a:cs typeface="Lato"/>
                        <a:sym typeface="Lato"/>
                      </a:endParaRPr>
                    </a:p>
                  </a:txBody>
                  <a:tcPr marL="91425" marR="91425" marT="0" marB="0" anchor="ctr">
                    <a:lnL w="9525" cap="flat" cmpd="sng">
                      <a:solidFill>
                        <a:schemeClr val="accent4"/>
                      </a:solidFill>
                      <a:prstDash val="dashDot"/>
                      <a:round/>
                      <a:headEnd type="none" w="sm" len="sm"/>
                      <a:tailEnd type="none" w="sm" len="sm"/>
                    </a:lnL>
                    <a:lnR w="9525" cap="flat" cmpd="sng">
                      <a:solidFill>
                        <a:schemeClr val="accent4">
                          <a:alpha val="0"/>
                        </a:schemeClr>
                      </a:solidFill>
                      <a:prstDash val="dashDot"/>
                      <a:round/>
                      <a:headEnd type="none" w="sm" len="sm"/>
                      <a:tailEnd type="none" w="sm" len="sm"/>
                    </a:lnR>
                    <a:lnT w="9525" cap="flat" cmpd="sng">
                      <a:solidFill>
                        <a:schemeClr val="accent4"/>
                      </a:solidFill>
                      <a:prstDash val="dashDot"/>
                      <a:round/>
                      <a:headEnd type="none" w="sm" len="sm"/>
                      <a:tailEnd type="none" w="sm" len="sm"/>
                    </a:lnT>
                    <a:lnB w="9525" cap="flat" cmpd="sng">
                      <a:solidFill>
                        <a:schemeClr val="accent4">
                          <a:alpha val="0"/>
                        </a:schemeClr>
                      </a:solidFill>
                      <a:prstDash val="dashDot"/>
                      <a:round/>
                      <a:headEnd type="none" w="sm" len="sm"/>
                      <a:tailEnd type="none" w="sm" len="sm"/>
                    </a:lnB>
                  </a:tcPr>
                </a:tc>
                <a:extLst>
                  <a:ext uri="{0D108BD9-81ED-4DB2-BD59-A6C34878D82A}">
                    <a16:rowId xmlns:a16="http://schemas.microsoft.com/office/drawing/2014/main" val="10008"/>
                  </a:ext>
                </a:extLst>
              </a:tr>
            </a:tbl>
          </a:graphicData>
        </a:graphic>
      </p:graphicFrame>
      <p:sp>
        <p:nvSpPr>
          <p:cNvPr id="1477" name="Google Shape;1477;p47"/>
          <p:cNvSpPr txBox="1"/>
          <p:nvPr/>
        </p:nvSpPr>
        <p:spPr>
          <a:xfrm>
            <a:off x="4310950" y="1186325"/>
            <a:ext cx="13731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dk1"/>
                </a:solidFill>
                <a:latin typeface="Roboto Medium" panose="020B0604020202020204" charset="0"/>
                <a:ea typeface="Roboto Medium" panose="020B0604020202020204" charset="0"/>
                <a:cs typeface="Epilogue"/>
                <a:sym typeface="Epilogue"/>
              </a:rPr>
              <a:t>$4,000,000</a:t>
            </a:r>
            <a:endParaRPr sz="1700" b="1">
              <a:solidFill>
                <a:schemeClr val="dk1"/>
              </a:solidFill>
              <a:latin typeface="Roboto Medium" panose="020B0604020202020204" charset="0"/>
              <a:ea typeface="Roboto Medium" panose="020B0604020202020204" charset="0"/>
              <a:cs typeface="Epilogue"/>
              <a:sym typeface="Epilogue"/>
            </a:endParaRPr>
          </a:p>
        </p:txBody>
      </p:sp>
      <p:sp>
        <p:nvSpPr>
          <p:cNvPr id="1478" name="Google Shape;1478;p47"/>
          <p:cNvSpPr txBox="1"/>
          <p:nvPr/>
        </p:nvSpPr>
        <p:spPr>
          <a:xfrm>
            <a:off x="5684150" y="1186325"/>
            <a:ext cx="13731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dk1"/>
                </a:solidFill>
                <a:latin typeface="Roboto Medium" panose="020B0604020202020204" charset="0"/>
                <a:ea typeface="Roboto Medium" panose="020B0604020202020204" charset="0"/>
                <a:cs typeface="Epilogue"/>
                <a:sym typeface="Epilogue"/>
              </a:rPr>
              <a:t>$100,000</a:t>
            </a:r>
            <a:endParaRPr sz="1700" b="1">
              <a:solidFill>
                <a:schemeClr val="dk1"/>
              </a:solidFill>
              <a:latin typeface="Roboto Medium" panose="020B0604020202020204" charset="0"/>
              <a:ea typeface="Roboto Medium" panose="020B0604020202020204" charset="0"/>
              <a:cs typeface="Epilogue"/>
              <a:sym typeface="Epilogue"/>
            </a:endParaRPr>
          </a:p>
        </p:txBody>
      </p:sp>
      <p:sp>
        <p:nvSpPr>
          <p:cNvPr id="1479" name="Google Shape;1479;p47"/>
          <p:cNvSpPr txBox="1"/>
          <p:nvPr/>
        </p:nvSpPr>
        <p:spPr>
          <a:xfrm>
            <a:off x="7057350" y="1186325"/>
            <a:ext cx="1373100" cy="400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dk1"/>
                </a:solidFill>
                <a:latin typeface="Roboto Medium" panose="020B0604020202020204" charset="0"/>
                <a:ea typeface="Roboto Medium" panose="020B0604020202020204" charset="0"/>
                <a:cs typeface="Epilogue"/>
                <a:sym typeface="Epilogue"/>
              </a:rPr>
              <a:t>$5,000</a:t>
            </a:r>
            <a:endParaRPr sz="1700" b="1">
              <a:solidFill>
                <a:schemeClr val="dk1"/>
              </a:solidFill>
              <a:latin typeface="Roboto Medium" panose="020B0604020202020204" charset="0"/>
              <a:ea typeface="Roboto Medium" panose="020B0604020202020204" charset="0"/>
              <a:cs typeface="Epilogue"/>
              <a:sym typeface="Epilogue"/>
            </a:endParaRPr>
          </a:p>
        </p:txBody>
      </p:sp>
      <p:sp>
        <p:nvSpPr>
          <p:cNvPr id="1480" name="Google Shape;1480;p47"/>
          <p:cNvSpPr txBox="1"/>
          <p:nvPr/>
        </p:nvSpPr>
        <p:spPr>
          <a:xfrm>
            <a:off x="4310950" y="1586525"/>
            <a:ext cx="1373100" cy="27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rial (Body)"/>
                <a:ea typeface="Lato"/>
                <a:cs typeface="Lato"/>
                <a:sym typeface="Lato"/>
              </a:rPr>
              <a:t>Revenue</a:t>
            </a:r>
            <a:endParaRPr sz="1200">
              <a:solidFill>
                <a:schemeClr val="dk1"/>
              </a:solidFill>
              <a:latin typeface="Arial (Body)"/>
              <a:ea typeface="Lato"/>
              <a:cs typeface="Lato"/>
              <a:sym typeface="Lato"/>
            </a:endParaRPr>
          </a:p>
        </p:txBody>
      </p:sp>
      <p:sp>
        <p:nvSpPr>
          <p:cNvPr id="1481" name="Google Shape;1481;p47"/>
          <p:cNvSpPr txBox="1"/>
          <p:nvPr/>
        </p:nvSpPr>
        <p:spPr>
          <a:xfrm>
            <a:off x="5684150" y="1586525"/>
            <a:ext cx="1373100" cy="27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rial (Body)"/>
                <a:ea typeface="Lato"/>
                <a:cs typeface="Lato"/>
                <a:sym typeface="Lato"/>
              </a:rPr>
              <a:t>General costs</a:t>
            </a:r>
            <a:endParaRPr sz="1200">
              <a:solidFill>
                <a:schemeClr val="dk1"/>
              </a:solidFill>
              <a:latin typeface="Arial (Body)"/>
              <a:ea typeface="Lato"/>
              <a:cs typeface="Lato"/>
              <a:sym typeface="Lato"/>
            </a:endParaRPr>
          </a:p>
        </p:txBody>
      </p:sp>
      <p:sp>
        <p:nvSpPr>
          <p:cNvPr id="1482" name="Google Shape;1482;p47"/>
          <p:cNvSpPr txBox="1"/>
          <p:nvPr/>
        </p:nvSpPr>
        <p:spPr>
          <a:xfrm>
            <a:off x="7057350" y="1586525"/>
            <a:ext cx="1373100" cy="273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Arial (Body)"/>
                <a:ea typeface="Lato"/>
                <a:cs typeface="Lato"/>
                <a:sym typeface="Lato"/>
              </a:rPr>
              <a:t>Profit</a:t>
            </a:r>
            <a:endParaRPr sz="1200">
              <a:solidFill>
                <a:schemeClr val="dk1"/>
              </a:solidFill>
              <a:latin typeface="Arial (Body)"/>
              <a:ea typeface="Lato"/>
              <a:cs typeface="Lato"/>
              <a:sym typeface="Lato"/>
            </a:endParaRPr>
          </a:p>
        </p:txBody>
      </p:sp>
      <p:sp>
        <p:nvSpPr>
          <p:cNvPr id="1483" name="Google Shape;1483;p47"/>
          <p:cNvSpPr txBox="1"/>
          <p:nvPr/>
        </p:nvSpPr>
        <p:spPr>
          <a:xfrm>
            <a:off x="4555475" y="4356799"/>
            <a:ext cx="3696000" cy="247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Arial (Body)"/>
                <a:ea typeface="Lato"/>
                <a:cs typeface="Lato"/>
                <a:sym typeface="Lato"/>
              </a:rPr>
              <a:t>Follow the link in the graph to modify its data and then paste the new one here. </a:t>
            </a:r>
            <a:r>
              <a:rPr lang="en" sz="1000" b="1" u="sng">
                <a:solidFill>
                  <a:schemeClr val="dk1"/>
                </a:solidFill>
                <a:latin typeface="Arial (Body)"/>
                <a:ea typeface="Lato"/>
                <a:cs typeface="Lato"/>
                <a:sym typeface="Lato"/>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For more info, click here</a:t>
            </a:r>
            <a:endParaRPr sz="1000" b="1" u="sng">
              <a:solidFill>
                <a:schemeClr val="dk1"/>
              </a:solidFill>
              <a:latin typeface="Arial (Body)"/>
              <a:ea typeface="Lato"/>
              <a:cs typeface="Lato"/>
              <a:sym typeface="Lato"/>
            </a:endParaRPr>
          </a:p>
        </p:txBody>
      </p:sp>
      <p:pic>
        <p:nvPicPr>
          <p:cNvPr id="1484" name="Google Shape;1484;p47" title="Chart">
            <a:hlinkClick r:id="rId4"/>
          </p:cNvPr>
          <p:cNvPicPr preferRelativeResize="0"/>
          <p:nvPr/>
        </p:nvPicPr>
        <p:blipFill>
          <a:blip r:embed="rId5">
            <a:alphaModFix/>
          </a:blip>
          <a:stretch>
            <a:fillRect/>
          </a:stretch>
        </p:blipFill>
        <p:spPr>
          <a:xfrm>
            <a:off x="4482696" y="1956061"/>
            <a:ext cx="3880041" cy="2399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88"/>
        <p:cNvGrpSpPr/>
        <p:nvPr/>
      </p:nvGrpSpPr>
      <p:grpSpPr>
        <a:xfrm>
          <a:off x="0" y="0"/>
          <a:ext cx="0" cy="0"/>
          <a:chOff x="0" y="0"/>
          <a:chExt cx="0" cy="0"/>
        </a:xfrm>
      </p:grpSpPr>
      <p:sp>
        <p:nvSpPr>
          <p:cNvPr id="1489" name="Google Shape;1489;p48"/>
          <p:cNvSpPr txBox="1">
            <a:spLocks noGrp="1"/>
          </p:cNvSpPr>
          <p:nvPr>
            <p:ph type="title"/>
          </p:nvPr>
        </p:nvSpPr>
        <p:spPr>
          <a:xfrm>
            <a:off x="2347938" y="997200"/>
            <a:ext cx="4448100" cy="1058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Roboto Medium" panose="020B0604020202020204" charset="0"/>
                <a:ea typeface="Roboto Medium" panose="020B0604020202020204" charset="0"/>
              </a:rPr>
              <a:t>Thanks!</a:t>
            </a:r>
            <a:endParaRPr>
              <a:latin typeface="Roboto Medium" panose="020B0604020202020204" charset="0"/>
              <a:ea typeface="Roboto Medium" panose="020B0604020202020204" charset="0"/>
            </a:endParaRPr>
          </a:p>
        </p:txBody>
      </p:sp>
      <p:sp>
        <p:nvSpPr>
          <p:cNvPr id="1490" name="Google Shape;1490;p48"/>
          <p:cNvSpPr txBox="1">
            <a:spLocks noGrp="1"/>
          </p:cNvSpPr>
          <p:nvPr>
            <p:ph type="subTitle" idx="1"/>
          </p:nvPr>
        </p:nvSpPr>
        <p:spPr>
          <a:xfrm>
            <a:off x="2347900" y="1841450"/>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latin typeface="Arial (Body)"/>
              </a:rPr>
              <a:t>Do you have any questions?</a:t>
            </a:r>
            <a:endParaRPr b="1">
              <a:latin typeface="Arial (Body)"/>
            </a:endParaRPr>
          </a:p>
          <a:p>
            <a:pPr marL="0" lvl="0" indent="0" algn="ctr" rtl="0">
              <a:spcBef>
                <a:spcPts val="0"/>
              </a:spcBef>
              <a:spcAft>
                <a:spcPts val="0"/>
              </a:spcAft>
              <a:buNone/>
            </a:pPr>
            <a:r>
              <a:rPr lang="en">
                <a:latin typeface="Arial (Body)"/>
              </a:rPr>
              <a:t>youremail@freepik.com</a:t>
            </a:r>
            <a:endParaRPr>
              <a:latin typeface="Arial (Body)"/>
            </a:endParaRPr>
          </a:p>
          <a:p>
            <a:pPr marL="0" lvl="0" indent="0" algn="ctr" rtl="0">
              <a:spcBef>
                <a:spcPts val="0"/>
              </a:spcBef>
              <a:spcAft>
                <a:spcPts val="0"/>
              </a:spcAft>
              <a:buNone/>
            </a:pPr>
            <a:r>
              <a:rPr lang="en">
                <a:latin typeface="Arial (Body)"/>
              </a:rPr>
              <a:t>+34 654 321 432</a:t>
            </a:r>
            <a:endParaRPr>
              <a:latin typeface="Arial (Body)"/>
            </a:endParaRPr>
          </a:p>
          <a:p>
            <a:pPr marL="0" lvl="0" indent="0" algn="ctr" rtl="0">
              <a:spcBef>
                <a:spcPts val="0"/>
              </a:spcBef>
              <a:spcAft>
                <a:spcPts val="0"/>
              </a:spcAft>
              <a:buNone/>
            </a:pPr>
            <a:r>
              <a:rPr lang="en">
                <a:latin typeface="Arial (Body)"/>
              </a:rPr>
              <a:t>yourwebsite.com</a:t>
            </a:r>
            <a:endParaRPr>
              <a:latin typeface="Arial (Body)"/>
            </a:endParaRPr>
          </a:p>
        </p:txBody>
      </p:sp>
      <p:sp>
        <p:nvSpPr>
          <p:cNvPr id="1491" name="Google Shape;1491;p48"/>
          <p:cNvSpPr txBox="1"/>
          <p:nvPr/>
        </p:nvSpPr>
        <p:spPr>
          <a:xfrm>
            <a:off x="2496150" y="4125850"/>
            <a:ext cx="4151700" cy="26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Please keep this slide for attribution</a:t>
            </a:r>
            <a:endParaRPr sz="1200">
              <a:solidFill>
                <a:schemeClr val="dk1"/>
              </a:solidFill>
              <a:latin typeface="Open Sans"/>
              <a:ea typeface="Open Sans"/>
              <a:cs typeface="Open Sans"/>
              <a:sym typeface="Open Sans"/>
            </a:endParaRPr>
          </a:p>
        </p:txBody>
      </p:sp>
      <p:grpSp>
        <p:nvGrpSpPr>
          <p:cNvPr id="1492" name="Google Shape;1492;p48"/>
          <p:cNvGrpSpPr/>
          <p:nvPr/>
        </p:nvGrpSpPr>
        <p:grpSpPr>
          <a:xfrm>
            <a:off x="5298511" y="3061398"/>
            <a:ext cx="369882" cy="364325"/>
            <a:chOff x="1190200" y="238125"/>
            <a:chExt cx="5306767" cy="5212083"/>
          </a:xfrm>
        </p:grpSpPr>
        <p:grpSp>
          <p:nvGrpSpPr>
            <p:cNvPr id="1493" name="Google Shape;1493;p48"/>
            <p:cNvGrpSpPr/>
            <p:nvPr/>
          </p:nvGrpSpPr>
          <p:grpSpPr>
            <a:xfrm>
              <a:off x="1190200" y="238125"/>
              <a:ext cx="5212075" cy="5212075"/>
              <a:chOff x="1190200" y="238125"/>
              <a:chExt cx="5212075" cy="5212075"/>
            </a:xfrm>
          </p:grpSpPr>
          <p:sp>
            <p:nvSpPr>
              <p:cNvPr id="1494" name="Google Shape;1494;p48"/>
              <p:cNvSpPr/>
              <p:nvPr/>
            </p:nvSpPr>
            <p:spPr>
              <a:xfrm>
                <a:off x="1190200" y="238125"/>
                <a:ext cx="5212075" cy="5212075"/>
              </a:xfrm>
              <a:custGeom>
                <a:avLst/>
                <a:gdLst/>
                <a:ahLst/>
                <a:cxnLst/>
                <a:rect l="l" t="t" r="r" b="b"/>
                <a:pathLst>
                  <a:path w="208483" h="208483" extrusionOk="0">
                    <a:moveTo>
                      <a:pt x="104241" y="0"/>
                    </a:moveTo>
                    <a:cubicBezTo>
                      <a:pt x="46667" y="0"/>
                      <a:pt x="0" y="46667"/>
                      <a:pt x="0" y="104241"/>
                    </a:cubicBezTo>
                    <a:cubicBezTo>
                      <a:pt x="0" y="161816"/>
                      <a:pt x="46667" y="208483"/>
                      <a:pt x="104241" y="208483"/>
                    </a:cubicBezTo>
                    <a:cubicBezTo>
                      <a:pt x="161816" y="208483"/>
                      <a:pt x="208482" y="161816"/>
                      <a:pt x="208482" y="104241"/>
                    </a:cubicBezTo>
                    <a:cubicBezTo>
                      <a:pt x="208482" y="46667"/>
                      <a:pt x="161816" y="0"/>
                      <a:pt x="1042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8"/>
              <p:cNvSpPr/>
              <p:nvPr/>
            </p:nvSpPr>
            <p:spPr>
              <a:xfrm>
                <a:off x="2368338" y="1220419"/>
                <a:ext cx="2856522" cy="3247339"/>
              </a:xfrm>
              <a:custGeom>
                <a:avLst/>
                <a:gdLst/>
                <a:ahLst/>
                <a:cxnLst/>
                <a:rect l="l" t="t" r="r" b="b"/>
                <a:pathLst>
                  <a:path w="130928" h="148841" extrusionOk="0">
                    <a:moveTo>
                      <a:pt x="70184" y="0"/>
                    </a:moveTo>
                    <a:cubicBezTo>
                      <a:pt x="67749" y="0"/>
                      <a:pt x="65781" y="1968"/>
                      <a:pt x="65781" y="4370"/>
                    </a:cubicBezTo>
                    <a:lnTo>
                      <a:pt x="65781" y="100105"/>
                    </a:lnTo>
                    <a:cubicBezTo>
                      <a:pt x="65781" y="106844"/>
                      <a:pt x="61744" y="112915"/>
                      <a:pt x="55507" y="115483"/>
                    </a:cubicBezTo>
                    <a:cubicBezTo>
                      <a:pt x="53445" y="116348"/>
                      <a:pt x="51279" y="116767"/>
                      <a:pt x="49132" y="116767"/>
                    </a:cubicBezTo>
                    <a:cubicBezTo>
                      <a:pt x="44819" y="116767"/>
                      <a:pt x="40578" y="115076"/>
                      <a:pt x="37394" y="111914"/>
                    </a:cubicBezTo>
                    <a:cubicBezTo>
                      <a:pt x="32624" y="107177"/>
                      <a:pt x="31156" y="100039"/>
                      <a:pt x="33691" y="93801"/>
                    </a:cubicBezTo>
                    <a:cubicBezTo>
                      <a:pt x="36260" y="87563"/>
                      <a:pt x="42297" y="83493"/>
                      <a:pt x="49035" y="83460"/>
                    </a:cubicBezTo>
                    <a:cubicBezTo>
                      <a:pt x="51437" y="83460"/>
                      <a:pt x="53405" y="81492"/>
                      <a:pt x="53405" y="79090"/>
                    </a:cubicBezTo>
                    <a:lnTo>
                      <a:pt x="53405" y="55740"/>
                    </a:lnTo>
                    <a:cubicBezTo>
                      <a:pt x="53405" y="53305"/>
                      <a:pt x="51437" y="51370"/>
                      <a:pt x="49035" y="51370"/>
                    </a:cubicBezTo>
                    <a:cubicBezTo>
                      <a:pt x="21983" y="51370"/>
                      <a:pt x="0" y="73253"/>
                      <a:pt x="0" y="100105"/>
                    </a:cubicBezTo>
                    <a:cubicBezTo>
                      <a:pt x="0" y="126991"/>
                      <a:pt x="21949" y="148840"/>
                      <a:pt x="49002" y="148840"/>
                    </a:cubicBezTo>
                    <a:cubicBezTo>
                      <a:pt x="76021" y="148840"/>
                      <a:pt x="98037" y="126991"/>
                      <a:pt x="98037" y="100105"/>
                    </a:cubicBezTo>
                    <a:lnTo>
                      <a:pt x="98037" y="57742"/>
                    </a:lnTo>
                    <a:cubicBezTo>
                      <a:pt x="106751" y="62347"/>
                      <a:pt x="116484" y="64780"/>
                      <a:pt x="126356" y="64780"/>
                    </a:cubicBezTo>
                    <a:cubicBezTo>
                      <a:pt x="126423" y="64780"/>
                      <a:pt x="126490" y="64780"/>
                      <a:pt x="126557" y="64780"/>
                    </a:cubicBezTo>
                    <a:cubicBezTo>
                      <a:pt x="128959" y="64780"/>
                      <a:pt x="130927" y="62812"/>
                      <a:pt x="130927" y="60410"/>
                    </a:cubicBezTo>
                    <a:lnTo>
                      <a:pt x="130927" y="37094"/>
                    </a:lnTo>
                    <a:cubicBezTo>
                      <a:pt x="130927" y="34658"/>
                      <a:pt x="128959" y="32724"/>
                      <a:pt x="126557" y="32724"/>
                    </a:cubicBezTo>
                    <a:cubicBezTo>
                      <a:pt x="110813" y="32724"/>
                      <a:pt x="98037" y="19981"/>
                      <a:pt x="98037" y="4370"/>
                    </a:cubicBezTo>
                    <a:cubicBezTo>
                      <a:pt x="98037" y="1968"/>
                      <a:pt x="96069" y="0"/>
                      <a:pt x="936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6" name="Google Shape;1496;p48"/>
            <p:cNvSpPr/>
            <p:nvPr/>
          </p:nvSpPr>
          <p:spPr>
            <a:xfrm>
              <a:off x="3459822" y="238126"/>
              <a:ext cx="3037144" cy="5212082"/>
            </a:xfrm>
            <a:custGeom>
              <a:avLst/>
              <a:gdLst/>
              <a:ahLst/>
              <a:cxnLst/>
              <a:rect l="l" t="t" r="r" b="b"/>
              <a:pathLst>
                <a:path w="7926" h="13602" extrusionOk="0">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7" name="Google Shape;1497;p48"/>
          <p:cNvGrpSpPr/>
          <p:nvPr/>
        </p:nvGrpSpPr>
        <p:grpSpPr>
          <a:xfrm>
            <a:off x="4386849" y="3065432"/>
            <a:ext cx="363314" cy="356576"/>
            <a:chOff x="3763184" y="3817357"/>
            <a:chExt cx="363314" cy="356576"/>
          </a:xfrm>
        </p:grpSpPr>
        <p:sp>
          <p:nvSpPr>
            <p:cNvPr id="1498" name="Google Shape;1498;p48"/>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8"/>
            <p:cNvSpPr/>
            <p:nvPr/>
          </p:nvSpPr>
          <p:spPr>
            <a:xfrm>
              <a:off x="3918324" y="3817357"/>
              <a:ext cx="208173" cy="356576"/>
            </a:xfrm>
            <a:custGeom>
              <a:avLst/>
              <a:gdLst/>
              <a:ahLst/>
              <a:cxnLst/>
              <a:rect l="l" t="t" r="r" b="b"/>
              <a:pathLst>
                <a:path w="7941" h="13602" extrusionOk="0">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8"/>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8"/>
            <p:cNvSpPr/>
            <p:nvPr/>
          </p:nvSpPr>
          <p:spPr>
            <a:xfrm>
              <a:off x="3832418"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8"/>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3" name="Google Shape;1503;p48"/>
          <p:cNvGrpSpPr/>
          <p:nvPr/>
        </p:nvGrpSpPr>
        <p:grpSpPr>
          <a:xfrm>
            <a:off x="4842864" y="3065432"/>
            <a:ext cx="362947" cy="356576"/>
            <a:chOff x="4211985" y="3817357"/>
            <a:chExt cx="362947" cy="356576"/>
          </a:xfrm>
        </p:grpSpPr>
        <p:sp>
          <p:nvSpPr>
            <p:cNvPr id="1504" name="Google Shape;1504;p48"/>
            <p:cNvSpPr/>
            <p:nvPr/>
          </p:nvSpPr>
          <p:spPr>
            <a:xfrm>
              <a:off x="4211985" y="3817357"/>
              <a:ext cx="356498" cy="356498"/>
            </a:xfrm>
            <a:custGeom>
              <a:avLst/>
              <a:gdLst/>
              <a:ahLst/>
              <a:cxnLst/>
              <a:rect l="l" t="t" r="r" b="b"/>
              <a:pathLst>
                <a:path w="13599" h="13599" extrusionOk="0">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8"/>
            <p:cNvSpPr/>
            <p:nvPr/>
          </p:nvSpPr>
          <p:spPr>
            <a:xfrm>
              <a:off x="4366758" y="3817357"/>
              <a:ext cx="208173" cy="356576"/>
            </a:xfrm>
            <a:custGeom>
              <a:avLst/>
              <a:gdLst/>
              <a:ahLst/>
              <a:cxnLst/>
              <a:rect l="l" t="t" r="r" b="b"/>
              <a:pathLst>
                <a:path w="7941" h="13602" extrusionOk="0">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8"/>
            <p:cNvSpPr/>
            <p:nvPr/>
          </p:nvSpPr>
          <p:spPr>
            <a:xfrm>
              <a:off x="4288061" y="3909555"/>
              <a:ext cx="227756" cy="187463"/>
            </a:xfrm>
            <a:custGeom>
              <a:avLst/>
              <a:gdLst/>
              <a:ahLst/>
              <a:cxnLst/>
              <a:rect l="l" t="t" r="r" b="b"/>
              <a:pathLst>
                <a:path w="8688" h="7151" extrusionOk="0">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7" name="Google Shape;1507;p48"/>
          <p:cNvGrpSpPr/>
          <p:nvPr/>
        </p:nvGrpSpPr>
        <p:grpSpPr>
          <a:xfrm>
            <a:off x="3931228" y="3065432"/>
            <a:ext cx="362920" cy="356865"/>
            <a:chOff x="3314750" y="3817357"/>
            <a:chExt cx="362920" cy="356865"/>
          </a:xfrm>
        </p:grpSpPr>
        <p:grpSp>
          <p:nvGrpSpPr>
            <p:cNvPr id="1508" name="Google Shape;1508;p48"/>
            <p:cNvGrpSpPr/>
            <p:nvPr/>
          </p:nvGrpSpPr>
          <p:grpSpPr>
            <a:xfrm>
              <a:off x="3314750" y="3817357"/>
              <a:ext cx="362920" cy="356865"/>
              <a:chOff x="3314750" y="3817357"/>
              <a:chExt cx="362920" cy="356865"/>
            </a:xfrm>
          </p:grpSpPr>
          <p:sp>
            <p:nvSpPr>
              <p:cNvPr id="1509" name="Google Shape;1509;p48"/>
              <p:cNvSpPr/>
              <p:nvPr/>
            </p:nvSpPr>
            <p:spPr>
              <a:xfrm>
                <a:off x="3314750"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8"/>
              <p:cNvSpPr/>
              <p:nvPr/>
            </p:nvSpPr>
            <p:spPr>
              <a:xfrm>
                <a:off x="3469891" y="3817357"/>
                <a:ext cx="207780" cy="356865"/>
              </a:xfrm>
              <a:custGeom>
                <a:avLst/>
                <a:gdLst/>
                <a:ahLst/>
                <a:cxnLst/>
                <a:rect l="l" t="t" r="r" b="b"/>
                <a:pathLst>
                  <a:path w="7926" h="13613" extrusionOk="0">
                    <a:moveTo>
                      <a:pt x="881" y="0"/>
                    </a:moveTo>
                    <a:cubicBezTo>
                      <a:pt x="884" y="0"/>
                      <a:pt x="886" y="0"/>
                      <a:pt x="888" y="0"/>
                    </a:cubicBezTo>
                    <a:lnTo>
                      <a:pt x="888" y="0"/>
                    </a:lnTo>
                    <a:cubicBezTo>
                      <a:pt x="891" y="0"/>
                      <a:pt x="893" y="0"/>
                      <a:pt x="896" y="0"/>
                    </a:cubicBezTo>
                    <a:close/>
                    <a:moveTo>
                      <a:pt x="888" y="0"/>
                    </a:moveTo>
                    <a:lnTo>
                      <a:pt x="888" y="0"/>
                    </a:lnTo>
                    <a:cubicBezTo>
                      <a:pt x="588" y="0"/>
                      <a:pt x="301" y="15"/>
                      <a:pt x="1" y="58"/>
                    </a:cubicBezTo>
                    <a:cubicBezTo>
                      <a:pt x="3393" y="491"/>
                      <a:pt x="5934" y="3378"/>
                      <a:pt x="5934" y="6799"/>
                    </a:cubicBezTo>
                    <a:cubicBezTo>
                      <a:pt x="5934" y="10220"/>
                      <a:pt x="3393" y="13107"/>
                      <a:pt x="1" y="13555"/>
                    </a:cubicBezTo>
                    <a:cubicBezTo>
                      <a:pt x="299" y="13594"/>
                      <a:pt x="595" y="13612"/>
                      <a:pt x="887" y="13612"/>
                    </a:cubicBezTo>
                    <a:cubicBezTo>
                      <a:pt x="4418" y="13612"/>
                      <a:pt x="7441" y="10873"/>
                      <a:pt x="7680" y="7247"/>
                    </a:cubicBezTo>
                    <a:cubicBezTo>
                      <a:pt x="7926" y="3323"/>
                      <a:pt x="4826" y="4"/>
                      <a:pt x="888"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1" name="Google Shape;1511;p48"/>
            <p:cNvGrpSpPr/>
            <p:nvPr/>
          </p:nvGrpSpPr>
          <p:grpSpPr>
            <a:xfrm>
              <a:off x="3394986" y="3894612"/>
              <a:ext cx="202339" cy="202323"/>
              <a:chOff x="935197" y="1793977"/>
              <a:chExt cx="256451" cy="256430"/>
            </a:xfrm>
          </p:grpSpPr>
          <p:sp>
            <p:nvSpPr>
              <p:cNvPr id="1512" name="Google Shape;1512;p48"/>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8"/>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14" name="Google Shape;1514;p48"/>
          <p:cNvGrpSpPr/>
          <p:nvPr/>
        </p:nvGrpSpPr>
        <p:grpSpPr>
          <a:xfrm>
            <a:off x="3475607" y="3065432"/>
            <a:ext cx="362920" cy="356865"/>
            <a:chOff x="2866317" y="3817357"/>
            <a:chExt cx="362920" cy="356865"/>
          </a:xfrm>
        </p:grpSpPr>
        <p:sp>
          <p:nvSpPr>
            <p:cNvPr id="1515" name="Google Shape;1515;p48"/>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8"/>
            <p:cNvSpPr/>
            <p:nvPr/>
          </p:nvSpPr>
          <p:spPr>
            <a:xfrm>
              <a:off x="3021457" y="3817357"/>
              <a:ext cx="207780" cy="356576"/>
            </a:xfrm>
            <a:custGeom>
              <a:avLst/>
              <a:gdLst/>
              <a:ahLst/>
              <a:cxnLst/>
              <a:rect l="l" t="t" r="r" b="b"/>
              <a:pathLst>
                <a:path w="7926" h="13602" extrusionOk="0">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000000">
                <a:alpha val="15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8"/>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rgbClr val="FDFD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8" name="Google Shape;1518;p48"/>
          <p:cNvGrpSpPr/>
          <p:nvPr/>
        </p:nvGrpSpPr>
        <p:grpSpPr>
          <a:xfrm>
            <a:off x="8425930" y="3262140"/>
            <a:ext cx="27232" cy="532378"/>
            <a:chOff x="3534917" y="4467129"/>
            <a:chExt cx="24765" cy="484156"/>
          </a:xfrm>
        </p:grpSpPr>
        <p:sp>
          <p:nvSpPr>
            <p:cNvPr id="1519" name="Google Shape;1519;p48"/>
            <p:cNvSpPr/>
            <p:nvPr/>
          </p:nvSpPr>
          <p:spPr>
            <a:xfrm>
              <a:off x="3547300" y="4478845"/>
              <a:ext cx="9525" cy="460724"/>
            </a:xfrm>
            <a:custGeom>
              <a:avLst/>
              <a:gdLst/>
              <a:ahLst/>
              <a:cxnLst/>
              <a:rect l="l" t="t" r="r" b="b"/>
              <a:pathLst>
                <a:path w="9525" h="460724" extrusionOk="0">
                  <a:moveTo>
                    <a:pt x="0" y="460724"/>
                  </a:moveTo>
                  <a:lnTo>
                    <a:pt x="0" y="0"/>
                  </a:lnTo>
                </a:path>
              </a:pathLst>
            </a:custGeom>
            <a:noFill/>
            <a:ln w="10950" cap="flat" cmpd="sng">
              <a:solidFill>
                <a:schemeClr val="accent4"/>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0" name="Google Shape;1520;p48"/>
            <p:cNvSpPr/>
            <p:nvPr/>
          </p:nvSpPr>
          <p:spPr>
            <a:xfrm>
              <a:off x="3534917" y="4926520"/>
              <a:ext cx="24765" cy="24765"/>
            </a:xfrm>
            <a:custGeom>
              <a:avLst/>
              <a:gdLst/>
              <a:ahLst/>
              <a:cxnLst/>
              <a:rect l="l" t="t" r="r" b="b"/>
              <a:pathLst>
                <a:path w="24765" h="24765" extrusionOk="0">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1" name="Google Shape;1521;p48"/>
            <p:cNvSpPr/>
            <p:nvPr/>
          </p:nvSpPr>
          <p:spPr>
            <a:xfrm>
              <a:off x="3534917" y="4467129"/>
              <a:ext cx="24765" cy="24765"/>
            </a:xfrm>
            <a:custGeom>
              <a:avLst/>
              <a:gdLst/>
              <a:ahLst/>
              <a:cxnLst/>
              <a:rect l="l" t="t" r="r" b="b"/>
              <a:pathLst>
                <a:path w="24765" h="24765" extrusionOk="0">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22" name="Google Shape;1522;p48"/>
          <p:cNvGrpSpPr/>
          <p:nvPr/>
        </p:nvGrpSpPr>
        <p:grpSpPr>
          <a:xfrm>
            <a:off x="8191599" y="2664093"/>
            <a:ext cx="479083" cy="595031"/>
            <a:chOff x="5580610" y="1953710"/>
            <a:chExt cx="392498" cy="487491"/>
          </a:xfrm>
        </p:grpSpPr>
        <p:grpSp>
          <p:nvGrpSpPr>
            <p:cNvPr id="1523" name="Google Shape;1523;p48"/>
            <p:cNvGrpSpPr/>
            <p:nvPr/>
          </p:nvGrpSpPr>
          <p:grpSpPr>
            <a:xfrm>
              <a:off x="5580610" y="1953710"/>
              <a:ext cx="392498" cy="487491"/>
              <a:chOff x="7385113" y="1535430"/>
              <a:chExt cx="435673" cy="541115"/>
            </a:xfrm>
          </p:grpSpPr>
          <p:sp>
            <p:nvSpPr>
              <p:cNvPr id="1524" name="Google Shape;1524;p48"/>
              <p:cNvSpPr/>
              <p:nvPr/>
            </p:nvSpPr>
            <p:spPr>
              <a:xfrm>
                <a:off x="7385113" y="1535430"/>
                <a:ext cx="435673" cy="541115"/>
              </a:xfrm>
              <a:custGeom>
                <a:avLst/>
                <a:gdLst/>
                <a:ahLst/>
                <a:cxnLst/>
                <a:rect l="l" t="t" r="r" b="b"/>
                <a:pathLst>
                  <a:path w="435673" h="541115" extrusionOk="0">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25" name="Google Shape;1525;p48"/>
              <p:cNvGrpSpPr/>
              <p:nvPr/>
            </p:nvGrpSpPr>
            <p:grpSpPr>
              <a:xfrm>
                <a:off x="7612094" y="1566576"/>
                <a:ext cx="164781" cy="41529"/>
                <a:chOff x="7612094" y="1566576"/>
                <a:chExt cx="164781" cy="41529"/>
              </a:xfrm>
            </p:grpSpPr>
            <p:sp>
              <p:nvSpPr>
                <p:cNvPr id="1526" name="Google Shape;1526;p48"/>
                <p:cNvSpPr/>
                <p:nvPr/>
              </p:nvSpPr>
              <p:spPr>
                <a:xfrm>
                  <a:off x="7735347" y="1566576"/>
                  <a:ext cx="41528" cy="41529"/>
                </a:xfrm>
                <a:custGeom>
                  <a:avLst/>
                  <a:gdLst/>
                  <a:ahLst/>
                  <a:cxnLst/>
                  <a:rect l="l" t="t" r="r" b="b"/>
                  <a:pathLst>
                    <a:path w="41528"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7" name="Google Shape;1527;p48"/>
                <p:cNvSpPr/>
                <p:nvPr/>
              </p:nvSpPr>
              <p:spPr>
                <a:xfrm>
                  <a:off x="7673721" y="1566576"/>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8" name="Google Shape;1528;p48"/>
                <p:cNvSpPr/>
                <p:nvPr/>
              </p:nvSpPr>
              <p:spPr>
                <a:xfrm>
                  <a:off x="7612094" y="1566576"/>
                  <a:ext cx="41529" cy="41529"/>
                </a:xfrm>
                <a:custGeom>
                  <a:avLst/>
                  <a:gdLst/>
                  <a:ahLst/>
                  <a:cxnLst/>
                  <a:rect l="l" t="t" r="r" b="b"/>
                  <a:pathLst>
                    <a:path w="41529" h="41529" extrusionOk="0">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29" name="Google Shape;1529;p48"/>
            <p:cNvGrpSpPr/>
            <p:nvPr/>
          </p:nvGrpSpPr>
          <p:grpSpPr>
            <a:xfrm>
              <a:off x="5612446" y="2047672"/>
              <a:ext cx="323505" cy="338352"/>
              <a:chOff x="7420451" y="1639728"/>
              <a:chExt cx="359091" cy="375571"/>
            </a:xfrm>
          </p:grpSpPr>
          <p:sp>
            <p:nvSpPr>
              <p:cNvPr id="1530" name="Google Shape;1530;p48"/>
              <p:cNvSpPr/>
              <p:nvPr/>
            </p:nvSpPr>
            <p:spPr>
              <a:xfrm>
                <a:off x="7420451" y="1852041"/>
                <a:ext cx="357473" cy="163258"/>
              </a:xfrm>
              <a:custGeom>
                <a:avLst/>
                <a:gdLst/>
                <a:ahLst/>
                <a:cxnLst/>
                <a:rect l="l" t="t" r="r" b="b"/>
                <a:pathLst>
                  <a:path w="357473" h="163258" extrusionOk="0">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1" name="Google Shape;1531;p48"/>
              <p:cNvSpPr/>
              <p:nvPr/>
            </p:nvSpPr>
            <p:spPr>
              <a:xfrm>
                <a:off x="7425594" y="1639728"/>
                <a:ext cx="353948" cy="180117"/>
              </a:xfrm>
              <a:custGeom>
                <a:avLst/>
                <a:gdLst/>
                <a:ahLst/>
                <a:cxnLst/>
                <a:rect l="l" t="t" r="r" b="b"/>
                <a:pathLst>
                  <a:path w="353948" h="180117" extrusionOk="0">
                    <a:moveTo>
                      <a:pt x="0" y="0"/>
                    </a:moveTo>
                    <a:lnTo>
                      <a:pt x="353949" y="0"/>
                    </a:lnTo>
                    <a:lnTo>
                      <a:pt x="353949" y="180118"/>
                    </a:lnTo>
                    <a:lnTo>
                      <a:pt x="0" y="18011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32" name="Google Shape;1532;p48"/>
          <p:cNvGrpSpPr/>
          <p:nvPr/>
        </p:nvGrpSpPr>
        <p:grpSpPr>
          <a:xfrm>
            <a:off x="136103" y="321913"/>
            <a:ext cx="1153901" cy="1166750"/>
            <a:chOff x="6568493" y="8"/>
            <a:chExt cx="1820608" cy="1840590"/>
          </a:xfrm>
        </p:grpSpPr>
        <p:sp>
          <p:nvSpPr>
            <p:cNvPr id="1533" name="Google Shape;1533;p48"/>
            <p:cNvSpPr/>
            <p:nvPr/>
          </p:nvSpPr>
          <p:spPr>
            <a:xfrm>
              <a:off x="6737915" y="169351"/>
              <a:ext cx="1651185" cy="1671247"/>
            </a:xfrm>
            <a:custGeom>
              <a:avLst/>
              <a:gdLst/>
              <a:ahLst/>
              <a:cxnLst/>
              <a:rect l="l" t="t" r="r" b="b"/>
              <a:pathLst>
                <a:path w="1959864" h="1983676" extrusionOk="0">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4" name="Google Shape;1534;p48"/>
            <p:cNvSpPr/>
            <p:nvPr/>
          </p:nvSpPr>
          <p:spPr>
            <a:xfrm>
              <a:off x="6653203" y="8"/>
              <a:ext cx="1651185" cy="1671247"/>
            </a:xfrm>
            <a:custGeom>
              <a:avLst/>
              <a:gdLst/>
              <a:ahLst/>
              <a:cxnLst/>
              <a:rect l="l" t="t" r="r" b="b"/>
              <a:pathLst>
                <a:path w="1959864" h="1983676" extrusionOk="0">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35" name="Google Shape;1535;p48"/>
            <p:cNvGrpSpPr/>
            <p:nvPr/>
          </p:nvGrpSpPr>
          <p:grpSpPr>
            <a:xfrm>
              <a:off x="6568493" y="84720"/>
              <a:ext cx="1649109" cy="1669065"/>
              <a:chOff x="8921020" y="472154"/>
              <a:chExt cx="1959958" cy="1983676"/>
            </a:xfrm>
          </p:grpSpPr>
          <p:sp>
            <p:nvSpPr>
              <p:cNvPr id="1536" name="Google Shape;1536;p48"/>
              <p:cNvSpPr/>
              <p:nvPr/>
            </p:nvSpPr>
            <p:spPr>
              <a:xfrm>
                <a:off x="8921114" y="472154"/>
                <a:ext cx="1959864" cy="1983676"/>
              </a:xfrm>
              <a:custGeom>
                <a:avLst/>
                <a:gdLst/>
                <a:ahLst/>
                <a:cxnLst/>
                <a:rect l="l" t="t" r="r" b="b"/>
                <a:pathLst>
                  <a:path w="1959864" h="1983676" extrusionOk="0">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7" name="Google Shape;1537;p48"/>
              <p:cNvSpPr/>
              <p:nvPr/>
            </p:nvSpPr>
            <p:spPr>
              <a:xfrm>
                <a:off x="8921020" y="472154"/>
                <a:ext cx="1959958" cy="172307"/>
              </a:xfrm>
              <a:custGeom>
                <a:avLst/>
                <a:gdLst/>
                <a:ahLst/>
                <a:cxnLst/>
                <a:rect l="l" t="t" r="r" b="b"/>
                <a:pathLst>
                  <a:path w="1959958" h="172307" extrusionOk="0">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38" name="Google Shape;1538;p48"/>
              <p:cNvGrpSpPr/>
              <p:nvPr/>
            </p:nvGrpSpPr>
            <p:grpSpPr>
              <a:xfrm>
                <a:off x="9011888" y="537781"/>
                <a:ext cx="255174" cy="64389"/>
                <a:chOff x="9011888" y="537781"/>
                <a:chExt cx="255174" cy="64389"/>
              </a:xfrm>
            </p:grpSpPr>
            <p:sp>
              <p:nvSpPr>
                <p:cNvPr id="1539" name="Google Shape;1539;p48"/>
                <p:cNvSpPr/>
                <p:nvPr/>
              </p:nvSpPr>
              <p:spPr>
                <a:xfrm>
                  <a:off x="920267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0" name="Google Shape;1540;p48"/>
                <p:cNvSpPr/>
                <p:nvPr/>
              </p:nvSpPr>
              <p:spPr>
                <a:xfrm>
                  <a:off x="9107233"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1" name="Google Shape;1541;p48"/>
                <p:cNvSpPr/>
                <p:nvPr/>
              </p:nvSpPr>
              <p:spPr>
                <a:xfrm>
                  <a:off x="9011888" y="537781"/>
                  <a:ext cx="64389" cy="64389"/>
                </a:xfrm>
                <a:custGeom>
                  <a:avLst/>
                  <a:gdLst/>
                  <a:ahLst/>
                  <a:cxnLst/>
                  <a:rect l="l" t="t" r="r" b="b"/>
                  <a:pathLst>
                    <a:path w="64389" h="64389" extrusionOk="0">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542" name="Google Shape;1542;p48"/>
            <p:cNvGrpSpPr/>
            <p:nvPr/>
          </p:nvGrpSpPr>
          <p:grpSpPr>
            <a:xfrm>
              <a:off x="6795939" y="406335"/>
              <a:ext cx="1194216" cy="1228757"/>
              <a:chOff x="9191339" y="854392"/>
              <a:chExt cx="1419320" cy="1460372"/>
            </a:xfrm>
          </p:grpSpPr>
          <p:grpSp>
            <p:nvGrpSpPr>
              <p:cNvPr id="1543" name="Google Shape;1543;p48"/>
              <p:cNvGrpSpPr/>
              <p:nvPr/>
            </p:nvGrpSpPr>
            <p:grpSpPr>
              <a:xfrm>
                <a:off x="9191339" y="1884045"/>
                <a:ext cx="604932" cy="420243"/>
                <a:chOff x="9191339" y="1884045"/>
                <a:chExt cx="604932" cy="420243"/>
              </a:xfrm>
            </p:grpSpPr>
            <p:sp>
              <p:nvSpPr>
                <p:cNvPr id="1544" name="Google Shape;1544;p48"/>
                <p:cNvSpPr/>
                <p:nvPr/>
              </p:nvSpPr>
              <p:spPr>
                <a:xfrm>
                  <a:off x="9191339" y="1884045"/>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5" name="Google Shape;1545;p48"/>
                <p:cNvSpPr/>
                <p:nvPr/>
              </p:nvSpPr>
              <p:spPr>
                <a:xfrm>
                  <a:off x="9449466" y="1884045"/>
                  <a:ext cx="182498" cy="52959"/>
                </a:xfrm>
                <a:custGeom>
                  <a:avLst/>
                  <a:gdLst/>
                  <a:ahLst/>
                  <a:cxnLst/>
                  <a:rect l="l" t="t" r="r" b="b"/>
                  <a:pathLst>
                    <a:path w="182498" h="52959" extrusionOk="0">
                      <a:moveTo>
                        <a:pt x="0" y="0"/>
                      </a:moveTo>
                      <a:lnTo>
                        <a:pt x="182499" y="0"/>
                      </a:lnTo>
                      <a:lnTo>
                        <a:pt x="18249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6" name="Google Shape;1546;p48"/>
                <p:cNvSpPr/>
                <p:nvPr/>
              </p:nvSpPr>
              <p:spPr>
                <a:xfrm>
                  <a:off x="9651396" y="1884045"/>
                  <a:ext cx="144875" cy="52959"/>
                </a:xfrm>
                <a:custGeom>
                  <a:avLst/>
                  <a:gdLst/>
                  <a:ahLst/>
                  <a:cxnLst/>
                  <a:rect l="l" t="t" r="r" b="b"/>
                  <a:pathLst>
                    <a:path w="144875" h="52959" extrusionOk="0">
                      <a:moveTo>
                        <a:pt x="0" y="0"/>
                      </a:moveTo>
                      <a:lnTo>
                        <a:pt x="144876" y="0"/>
                      </a:lnTo>
                      <a:lnTo>
                        <a:pt x="14487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7" name="Google Shape;1547;p48"/>
                <p:cNvSpPr/>
                <p:nvPr/>
              </p:nvSpPr>
              <p:spPr>
                <a:xfrm>
                  <a:off x="9308306" y="2006536"/>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8" name="Google Shape;1548;p48"/>
                <p:cNvSpPr/>
                <p:nvPr/>
              </p:nvSpPr>
              <p:spPr>
                <a:xfrm>
                  <a:off x="9191339" y="2006536"/>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9" name="Google Shape;1549;p48"/>
                <p:cNvSpPr/>
                <p:nvPr/>
              </p:nvSpPr>
              <p:spPr>
                <a:xfrm>
                  <a:off x="9460325" y="2128932"/>
                  <a:ext cx="230790" cy="52959"/>
                </a:xfrm>
                <a:custGeom>
                  <a:avLst/>
                  <a:gdLst/>
                  <a:ahLst/>
                  <a:cxnLst/>
                  <a:rect l="l" t="t" r="r" b="b"/>
                  <a:pathLst>
                    <a:path w="230790" h="52959" extrusionOk="0">
                      <a:moveTo>
                        <a:pt x="0" y="0"/>
                      </a:moveTo>
                      <a:lnTo>
                        <a:pt x="230791" y="0"/>
                      </a:lnTo>
                      <a:lnTo>
                        <a:pt x="230791"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0" name="Google Shape;1550;p48"/>
                <p:cNvSpPr/>
                <p:nvPr/>
              </p:nvSpPr>
              <p:spPr>
                <a:xfrm>
                  <a:off x="9713023" y="2128932"/>
                  <a:ext cx="83248" cy="52959"/>
                </a:xfrm>
                <a:custGeom>
                  <a:avLst/>
                  <a:gdLst/>
                  <a:ahLst/>
                  <a:cxnLst/>
                  <a:rect l="l" t="t" r="r" b="b"/>
                  <a:pathLst>
                    <a:path w="83248" h="52959" extrusionOk="0">
                      <a:moveTo>
                        <a:pt x="0" y="0"/>
                      </a:moveTo>
                      <a:lnTo>
                        <a:pt x="83248" y="0"/>
                      </a:lnTo>
                      <a:lnTo>
                        <a:pt x="8324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1" name="Google Shape;1551;p48"/>
                <p:cNvSpPr/>
                <p:nvPr/>
              </p:nvSpPr>
              <p:spPr>
                <a:xfrm>
                  <a:off x="9191339" y="2128932"/>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2" name="Google Shape;1552;p48"/>
                <p:cNvSpPr/>
                <p:nvPr/>
              </p:nvSpPr>
              <p:spPr>
                <a:xfrm>
                  <a:off x="9365170" y="225132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3" name="Google Shape;1553;p48"/>
                <p:cNvSpPr/>
                <p:nvPr/>
              </p:nvSpPr>
              <p:spPr>
                <a:xfrm>
                  <a:off x="9191339" y="225132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54" name="Google Shape;1554;p48"/>
              <p:cNvGrpSpPr/>
              <p:nvPr/>
            </p:nvGrpSpPr>
            <p:grpSpPr>
              <a:xfrm>
                <a:off x="10004774" y="854392"/>
                <a:ext cx="604932" cy="420243"/>
                <a:chOff x="10004774" y="854392"/>
                <a:chExt cx="604932" cy="420243"/>
              </a:xfrm>
            </p:grpSpPr>
            <p:sp>
              <p:nvSpPr>
                <p:cNvPr id="1555" name="Google Shape;1555;p48"/>
                <p:cNvSpPr/>
                <p:nvPr/>
              </p:nvSpPr>
              <p:spPr>
                <a:xfrm>
                  <a:off x="10004774" y="85439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6" name="Google Shape;1556;p48"/>
                <p:cNvSpPr/>
                <p:nvPr/>
              </p:nvSpPr>
              <p:spPr>
                <a:xfrm>
                  <a:off x="10262901" y="85439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7" name="Google Shape;1557;p48"/>
                <p:cNvSpPr/>
                <p:nvPr/>
              </p:nvSpPr>
              <p:spPr>
                <a:xfrm>
                  <a:off x="10464831" y="85439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8" name="Google Shape;1558;p48"/>
                <p:cNvSpPr/>
                <p:nvPr/>
              </p:nvSpPr>
              <p:spPr>
                <a:xfrm>
                  <a:off x="10121741" y="976788"/>
                  <a:ext cx="487965" cy="52959"/>
                </a:xfrm>
                <a:custGeom>
                  <a:avLst/>
                  <a:gdLst/>
                  <a:ahLst/>
                  <a:cxnLst/>
                  <a:rect l="l" t="t" r="r" b="b"/>
                  <a:pathLst>
                    <a:path w="487965" h="52959" extrusionOk="0">
                      <a:moveTo>
                        <a:pt x="0" y="0"/>
                      </a:moveTo>
                      <a:lnTo>
                        <a:pt x="487966" y="0"/>
                      </a:lnTo>
                      <a:lnTo>
                        <a:pt x="48796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9" name="Google Shape;1559;p48"/>
                <p:cNvSpPr/>
                <p:nvPr/>
              </p:nvSpPr>
              <p:spPr>
                <a:xfrm>
                  <a:off x="10004774" y="976788"/>
                  <a:ext cx="89630" cy="52959"/>
                </a:xfrm>
                <a:custGeom>
                  <a:avLst/>
                  <a:gdLst/>
                  <a:ahLst/>
                  <a:cxnLst/>
                  <a:rect l="l" t="t" r="r" b="b"/>
                  <a:pathLst>
                    <a:path w="89630" h="52959" extrusionOk="0">
                      <a:moveTo>
                        <a:pt x="0" y="0"/>
                      </a:moveTo>
                      <a:lnTo>
                        <a:pt x="89630" y="0"/>
                      </a:lnTo>
                      <a:lnTo>
                        <a:pt x="8963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0" name="Google Shape;1560;p48"/>
                <p:cNvSpPr/>
                <p:nvPr/>
              </p:nvSpPr>
              <p:spPr>
                <a:xfrm>
                  <a:off x="10273760" y="1099280"/>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1" name="Google Shape;1561;p48"/>
                <p:cNvSpPr/>
                <p:nvPr/>
              </p:nvSpPr>
              <p:spPr>
                <a:xfrm>
                  <a:off x="10526458" y="1099280"/>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2" name="Google Shape;1562;p48"/>
                <p:cNvSpPr/>
                <p:nvPr/>
              </p:nvSpPr>
              <p:spPr>
                <a:xfrm>
                  <a:off x="10004774" y="1099280"/>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3" name="Google Shape;1563;p48"/>
                <p:cNvSpPr/>
                <p:nvPr/>
              </p:nvSpPr>
              <p:spPr>
                <a:xfrm>
                  <a:off x="10178700" y="1221676"/>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4" name="Google Shape;1564;p48"/>
                <p:cNvSpPr/>
                <p:nvPr/>
              </p:nvSpPr>
              <p:spPr>
                <a:xfrm>
                  <a:off x="10004774" y="1221676"/>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65" name="Google Shape;1565;p48"/>
              <p:cNvGrpSpPr/>
              <p:nvPr/>
            </p:nvGrpSpPr>
            <p:grpSpPr>
              <a:xfrm>
                <a:off x="10004774" y="1374362"/>
                <a:ext cx="604932" cy="303466"/>
                <a:chOff x="10004774" y="1374362"/>
                <a:chExt cx="604932" cy="303466"/>
              </a:xfrm>
            </p:grpSpPr>
            <p:sp>
              <p:nvSpPr>
                <p:cNvPr id="1566" name="Google Shape;1566;p48"/>
                <p:cNvSpPr/>
                <p:nvPr/>
              </p:nvSpPr>
              <p:spPr>
                <a:xfrm>
                  <a:off x="10004774" y="1374362"/>
                  <a:ext cx="237077" cy="52959"/>
                </a:xfrm>
                <a:custGeom>
                  <a:avLst/>
                  <a:gdLst/>
                  <a:ahLst/>
                  <a:cxnLst/>
                  <a:rect l="l" t="t" r="r" b="b"/>
                  <a:pathLst>
                    <a:path w="237077" h="52959" extrusionOk="0">
                      <a:moveTo>
                        <a:pt x="0" y="0"/>
                      </a:moveTo>
                      <a:lnTo>
                        <a:pt x="237077" y="0"/>
                      </a:lnTo>
                      <a:lnTo>
                        <a:pt x="2370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7" name="Google Shape;1567;p48"/>
                <p:cNvSpPr/>
                <p:nvPr/>
              </p:nvSpPr>
              <p:spPr>
                <a:xfrm>
                  <a:off x="10262901" y="1374362"/>
                  <a:ext cx="182498" cy="52959"/>
                </a:xfrm>
                <a:custGeom>
                  <a:avLst/>
                  <a:gdLst/>
                  <a:ahLst/>
                  <a:cxnLst/>
                  <a:rect l="l" t="t" r="r" b="b"/>
                  <a:pathLst>
                    <a:path w="182498" h="52959" extrusionOk="0">
                      <a:moveTo>
                        <a:pt x="0" y="0"/>
                      </a:moveTo>
                      <a:lnTo>
                        <a:pt x="182498" y="0"/>
                      </a:lnTo>
                      <a:lnTo>
                        <a:pt x="182498"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8" name="Google Shape;1568;p48"/>
                <p:cNvSpPr/>
                <p:nvPr/>
              </p:nvSpPr>
              <p:spPr>
                <a:xfrm>
                  <a:off x="10464831" y="1374362"/>
                  <a:ext cx="144875" cy="52959"/>
                </a:xfrm>
                <a:custGeom>
                  <a:avLst/>
                  <a:gdLst/>
                  <a:ahLst/>
                  <a:cxnLst/>
                  <a:rect l="l" t="t" r="r" b="b"/>
                  <a:pathLst>
                    <a:path w="144875" h="52959" extrusionOk="0">
                      <a:moveTo>
                        <a:pt x="0" y="0"/>
                      </a:moveTo>
                      <a:lnTo>
                        <a:pt x="144875" y="0"/>
                      </a:lnTo>
                      <a:lnTo>
                        <a:pt x="144875"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9" name="Google Shape;1569;p48"/>
                <p:cNvSpPr/>
                <p:nvPr/>
              </p:nvSpPr>
              <p:spPr>
                <a:xfrm>
                  <a:off x="10273760" y="1502378"/>
                  <a:ext cx="230790" cy="52959"/>
                </a:xfrm>
                <a:custGeom>
                  <a:avLst/>
                  <a:gdLst/>
                  <a:ahLst/>
                  <a:cxnLst/>
                  <a:rect l="l" t="t" r="r" b="b"/>
                  <a:pathLst>
                    <a:path w="230790" h="52959" extrusionOk="0">
                      <a:moveTo>
                        <a:pt x="0" y="0"/>
                      </a:moveTo>
                      <a:lnTo>
                        <a:pt x="230790" y="0"/>
                      </a:lnTo>
                      <a:lnTo>
                        <a:pt x="230790"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0" name="Google Shape;1570;p48"/>
                <p:cNvSpPr/>
                <p:nvPr/>
              </p:nvSpPr>
              <p:spPr>
                <a:xfrm>
                  <a:off x="10526458" y="1502378"/>
                  <a:ext cx="83248" cy="52959"/>
                </a:xfrm>
                <a:custGeom>
                  <a:avLst/>
                  <a:gdLst/>
                  <a:ahLst/>
                  <a:cxnLst/>
                  <a:rect l="l" t="t" r="r" b="b"/>
                  <a:pathLst>
                    <a:path w="83248" h="52959" extrusionOk="0">
                      <a:moveTo>
                        <a:pt x="0" y="0"/>
                      </a:moveTo>
                      <a:lnTo>
                        <a:pt x="83249" y="0"/>
                      </a:lnTo>
                      <a:lnTo>
                        <a:pt x="83249"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1" name="Google Shape;1571;p48"/>
                <p:cNvSpPr/>
                <p:nvPr/>
              </p:nvSpPr>
              <p:spPr>
                <a:xfrm>
                  <a:off x="10004774" y="1502378"/>
                  <a:ext cx="247935" cy="52959"/>
                </a:xfrm>
                <a:custGeom>
                  <a:avLst/>
                  <a:gdLst/>
                  <a:ahLst/>
                  <a:cxnLst/>
                  <a:rect l="l" t="t" r="r" b="b"/>
                  <a:pathLst>
                    <a:path w="247935" h="52959" extrusionOk="0">
                      <a:moveTo>
                        <a:pt x="0" y="0"/>
                      </a:moveTo>
                      <a:lnTo>
                        <a:pt x="247936" y="0"/>
                      </a:lnTo>
                      <a:lnTo>
                        <a:pt x="247936"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2" name="Google Shape;1572;p48"/>
                <p:cNvSpPr/>
                <p:nvPr/>
              </p:nvSpPr>
              <p:spPr>
                <a:xfrm>
                  <a:off x="10178700" y="1624869"/>
                  <a:ext cx="200977" cy="52959"/>
                </a:xfrm>
                <a:custGeom>
                  <a:avLst/>
                  <a:gdLst/>
                  <a:ahLst/>
                  <a:cxnLst/>
                  <a:rect l="l" t="t" r="r" b="b"/>
                  <a:pathLst>
                    <a:path w="200977" h="52959" extrusionOk="0">
                      <a:moveTo>
                        <a:pt x="0" y="0"/>
                      </a:moveTo>
                      <a:lnTo>
                        <a:pt x="200977" y="0"/>
                      </a:lnTo>
                      <a:lnTo>
                        <a:pt x="20097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3" name="Google Shape;1573;p48"/>
                <p:cNvSpPr/>
                <p:nvPr/>
              </p:nvSpPr>
              <p:spPr>
                <a:xfrm>
                  <a:off x="10004774" y="1624869"/>
                  <a:ext cx="151256" cy="52959"/>
                </a:xfrm>
                <a:custGeom>
                  <a:avLst/>
                  <a:gdLst/>
                  <a:ahLst/>
                  <a:cxnLst/>
                  <a:rect l="l" t="t" r="r" b="b"/>
                  <a:pathLst>
                    <a:path w="151256" h="52959" extrusionOk="0">
                      <a:moveTo>
                        <a:pt x="0" y="0"/>
                      </a:moveTo>
                      <a:lnTo>
                        <a:pt x="151257" y="0"/>
                      </a:lnTo>
                      <a:lnTo>
                        <a:pt x="151257" y="52959"/>
                      </a:lnTo>
                      <a:lnTo>
                        <a:pt x="0" y="5295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74" name="Google Shape;1574;p48"/>
              <p:cNvSpPr/>
              <p:nvPr/>
            </p:nvSpPr>
            <p:spPr>
              <a:xfrm>
                <a:off x="10004774" y="1875948"/>
                <a:ext cx="605885" cy="438816"/>
              </a:xfrm>
              <a:custGeom>
                <a:avLst/>
                <a:gdLst/>
                <a:ahLst/>
                <a:cxnLst/>
                <a:rect l="l" t="t" r="r" b="b"/>
                <a:pathLst>
                  <a:path w="605885" h="438816" extrusionOk="0">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5" name="Google Shape;1575;p48"/>
              <p:cNvSpPr/>
              <p:nvPr/>
            </p:nvSpPr>
            <p:spPr>
              <a:xfrm>
                <a:off x="9191339" y="860202"/>
                <a:ext cx="605885" cy="815149"/>
              </a:xfrm>
              <a:custGeom>
                <a:avLst/>
                <a:gdLst/>
                <a:ahLst/>
                <a:cxnLst/>
                <a:rect l="l" t="t" r="r" b="b"/>
                <a:pathLst>
                  <a:path w="605885" h="815149" extrusionOk="0">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76" name="Google Shape;1576;p48"/>
            <p:cNvGrpSpPr/>
            <p:nvPr/>
          </p:nvGrpSpPr>
          <p:grpSpPr>
            <a:xfrm>
              <a:off x="6717319" y="354723"/>
              <a:ext cx="656533" cy="799751"/>
              <a:chOff x="9097899" y="793051"/>
              <a:chExt cx="780287" cy="950500"/>
            </a:xfrm>
          </p:grpSpPr>
          <p:grpSp>
            <p:nvGrpSpPr>
              <p:cNvPr id="1577" name="Google Shape;1577;p48"/>
              <p:cNvGrpSpPr/>
              <p:nvPr/>
            </p:nvGrpSpPr>
            <p:grpSpPr>
              <a:xfrm>
                <a:off x="9118758" y="814006"/>
                <a:ext cx="747999" cy="918020"/>
                <a:chOff x="9118758" y="814006"/>
                <a:chExt cx="747999" cy="918020"/>
              </a:xfrm>
            </p:grpSpPr>
            <p:sp>
              <p:nvSpPr>
                <p:cNvPr id="1578" name="Google Shape;1578;p48"/>
                <p:cNvSpPr/>
                <p:nvPr/>
              </p:nvSpPr>
              <p:spPr>
                <a:xfrm>
                  <a:off x="9131522" y="1722501"/>
                  <a:ext cx="700277" cy="9525"/>
                </a:xfrm>
                <a:custGeom>
                  <a:avLst/>
                  <a:gdLst/>
                  <a:ahLst/>
                  <a:cxnLst/>
                  <a:rect l="l" t="t" r="r" b="b"/>
                  <a:pathLst>
                    <a:path w="700277" h="9525" extrusionOk="0">
                      <a:moveTo>
                        <a:pt x="700278" y="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9" name="Google Shape;1579;p48"/>
                <p:cNvSpPr/>
                <p:nvPr/>
              </p:nvSpPr>
              <p:spPr>
                <a:xfrm>
                  <a:off x="9118758" y="826579"/>
                  <a:ext cx="9525" cy="870680"/>
                </a:xfrm>
                <a:custGeom>
                  <a:avLst/>
                  <a:gdLst/>
                  <a:ahLst/>
                  <a:cxnLst/>
                  <a:rect l="l" t="t" r="r" b="b"/>
                  <a:pathLst>
                    <a:path w="9525" h="870680" extrusionOk="0">
                      <a:moveTo>
                        <a:pt x="0" y="870680"/>
                      </a:moveTo>
                      <a:lnTo>
                        <a:pt x="0"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0" name="Google Shape;1580;p48"/>
                <p:cNvSpPr/>
                <p:nvPr/>
              </p:nvSpPr>
              <p:spPr>
                <a:xfrm>
                  <a:off x="9144285" y="814006"/>
                  <a:ext cx="700277" cy="9525"/>
                </a:xfrm>
                <a:custGeom>
                  <a:avLst/>
                  <a:gdLst/>
                  <a:ahLst/>
                  <a:cxnLst/>
                  <a:rect l="l" t="t" r="r" b="b"/>
                  <a:pathLst>
                    <a:path w="700277" h="9525" extrusionOk="0">
                      <a:moveTo>
                        <a:pt x="0" y="0"/>
                      </a:moveTo>
                      <a:lnTo>
                        <a:pt x="700278" y="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1" name="Google Shape;1581;p48"/>
                <p:cNvSpPr/>
                <p:nvPr/>
              </p:nvSpPr>
              <p:spPr>
                <a:xfrm>
                  <a:off x="9857232" y="839247"/>
                  <a:ext cx="9525" cy="870680"/>
                </a:xfrm>
                <a:custGeom>
                  <a:avLst/>
                  <a:gdLst/>
                  <a:ahLst/>
                  <a:cxnLst/>
                  <a:rect l="l" t="t" r="r" b="b"/>
                  <a:pathLst>
                    <a:path w="9525" h="870680" extrusionOk="0">
                      <a:moveTo>
                        <a:pt x="0" y="0"/>
                      </a:moveTo>
                      <a:lnTo>
                        <a:pt x="0" y="870680"/>
                      </a:lnTo>
                    </a:path>
                  </a:pathLst>
                </a:custGeom>
                <a:solidFill>
                  <a:schemeClr val="dk1"/>
                </a:solidFill>
                <a:ln w="12750" cap="rnd" cmpd="sng">
                  <a:solidFill>
                    <a:schemeClr val="dk1"/>
                  </a:solidFill>
                  <a:prstDash val="dashDot"/>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82" name="Google Shape;1582;p48"/>
              <p:cNvGrpSpPr/>
              <p:nvPr/>
            </p:nvGrpSpPr>
            <p:grpSpPr>
              <a:xfrm>
                <a:off x="9097899" y="793051"/>
                <a:ext cx="780287" cy="950500"/>
                <a:chOff x="9097899" y="793051"/>
                <a:chExt cx="780287" cy="950500"/>
              </a:xfrm>
            </p:grpSpPr>
            <p:grpSp>
              <p:nvGrpSpPr>
                <p:cNvPr id="1583" name="Google Shape;1583;p48"/>
                <p:cNvGrpSpPr/>
                <p:nvPr/>
              </p:nvGrpSpPr>
              <p:grpSpPr>
                <a:xfrm>
                  <a:off x="9097899" y="793051"/>
                  <a:ext cx="780287" cy="41909"/>
                  <a:chOff x="9097899" y="793051"/>
                  <a:chExt cx="780287" cy="41909"/>
                </a:xfrm>
              </p:grpSpPr>
              <p:sp>
                <p:nvSpPr>
                  <p:cNvPr id="1584" name="Google Shape;1584;p48"/>
                  <p:cNvSpPr/>
                  <p:nvPr/>
                </p:nvSpPr>
                <p:spPr>
                  <a:xfrm>
                    <a:off x="9097899"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5" name="Google Shape;1585;p48"/>
                  <p:cNvSpPr/>
                  <p:nvPr/>
                </p:nvSpPr>
                <p:spPr>
                  <a:xfrm>
                    <a:off x="9467088"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6" name="Google Shape;1586;p48"/>
                  <p:cNvSpPr/>
                  <p:nvPr/>
                </p:nvSpPr>
                <p:spPr>
                  <a:xfrm>
                    <a:off x="9836277" y="793051"/>
                    <a:ext cx="41909" cy="41909"/>
                  </a:xfrm>
                  <a:custGeom>
                    <a:avLst/>
                    <a:gdLst/>
                    <a:ahLst/>
                    <a:cxnLst/>
                    <a:rect l="l" t="t" r="r" b="b"/>
                    <a:pathLst>
                      <a:path w="41909" h="41909"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87" name="Google Shape;1587;p48"/>
                <p:cNvGrpSpPr/>
                <p:nvPr/>
              </p:nvGrpSpPr>
              <p:grpSpPr>
                <a:xfrm>
                  <a:off x="9097899" y="1247298"/>
                  <a:ext cx="780287" cy="41910"/>
                  <a:chOff x="9097899" y="1247298"/>
                  <a:chExt cx="780287" cy="41910"/>
                </a:xfrm>
              </p:grpSpPr>
              <p:sp>
                <p:nvSpPr>
                  <p:cNvPr id="1588" name="Google Shape;1588;p48"/>
                  <p:cNvSpPr/>
                  <p:nvPr/>
                </p:nvSpPr>
                <p:spPr>
                  <a:xfrm>
                    <a:off x="9097899"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9" name="Google Shape;1589;p48"/>
                  <p:cNvSpPr/>
                  <p:nvPr/>
                </p:nvSpPr>
                <p:spPr>
                  <a:xfrm>
                    <a:off x="9836277" y="1247298"/>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590" name="Google Shape;1590;p48"/>
                <p:cNvGrpSpPr/>
                <p:nvPr/>
              </p:nvGrpSpPr>
              <p:grpSpPr>
                <a:xfrm>
                  <a:off x="9097899" y="1701641"/>
                  <a:ext cx="780287" cy="41910"/>
                  <a:chOff x="9097899" y="1701641"/>
                  <a:chExt cx="780287" cy="41910"/>
                </a:xfrm>
              </p:grpSpPr>
              <p:sp>
                <p:nvSpPr>
                  <p:cNvPr id="1591" name="Google Shape;1591;p48"/>
                  <p:cNvSpPr/>
                  <p:nvPr/>
                </p:nvSpPr>
                <p:spPr>
                  <a:xfrm>
                    <a:off x="9097899"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2" name="Google Shape;1592;p48"/>
                  <p:cNvSpPr/>
                  <p:nvPr/>
                </p:nvSpPr>
                <p:spPr>
                  <a:xfrm>
                    <a:off x="9467088"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3" name="Google Shape;1593;p48"/>
                  <p:cNvSpPr/>
                  <p:nvPr/>
                </p:nvSpPr>
                <p:spPr>
                  <a:xfrm>
                    <a:off x="9836277" y="1701641"/>
                    <a:ext cx="41909" cy="41910"/>
                  </a:xfrm>
                  <a:custGeom>
                    <a:avLst/>
                    <a:gdLst/>
                    <a:ahLst/>
                    <a:cxnLst/>
                    <a:rect l="l" t="t" r="r" b="b"/>
                    <a:pathLst>
                      <a:path w="41909" h="41910" extrusionOk="0">
                        <a:moveTo>
                          <a:pt x="0" y="0"/>
                        </a:moveTo>
                        <a:lnTo>
                          <a:pt x="41910" y="0"/>
                        </a:lnTo>
                        <a:lnTo>
                          <a:pt x="41910" y="41910"/>
                        </a:lnTo>
                        <a:lnTo>
                          <a:pt x="0" y="419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594" name="Google Shape;1594;p48"/>
            <p:cNvGrpSpPr/>
            <p:nvPr/>
          </p:nvGrpSpPr>
          <p:grpSpPr>
            <a:xfrm>
              <a:off x="7074117" y="956519"/>
              <a:ext cx="215826" cy="125825"/>
              <a:chOff x="9521952" y="1508283"/>
              <a:chExt cx="256508" cy="149542"/>
            </a:xfrm>
          </p:grpSpPr>
          <p:sp>
            <p:nvSpPr>
              <p:cNvPr id="1595" name="Google Shape;1595;p48"/>
              <p:cNvSpPr/>
              <p:nvPr/>
            </p:nvSpPr>
            <p:spPr>
              <a:xfrm>
                <a:off x="9521952" y="1508283"/>
                <a:ext cx="256508" cy="149542"/>
              </a:xfrm>
              <a:custGeom>
                <a:avLst/>
                <a:gdLst/>
                <a:ahLst/>
                <a:cxnLst/>
                <a:rect l="l" t="t" r="r" b="b"/>
                <a:pathLst>
                  <a:path w="256508" h="149542" extrusionOk="0">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596" name="Google Shape;1596;p48"/>
              <p:cNvGrpSpPr/>
              <p:nvPr/>
            </p:nvGrpSpPr>
            <p:grpSpPr>
              <a:xfrm>
                <a:off x="9556578" y="1534618"/>
                <a:ext cx="183763" cy="98921"/>
                <a:chOff x="9556578" y="1534618"/>
                <a:chExt cx="183763" cy="98921"/>
              </a:xfrm>
            </p:grpSpPr>
            <p:grpSp>
              <p:nvGrpSpPr>
                <p:cNvPr id="1597" name="Google Shape;1597;p48"/>
                <p:cNvGrpSpPr/>
                <p:nvPr/>
              </p:nvGrpSpPr>
              <p:grpSpPr>
                <a:xfrm>
                  <a:off x="9645396" y="1536115"/>
                  <a:ext cx="94945" cy="94946"/>
                  <a:chOff x="9645396" y="1536115"/>
                  <a:chExt cx="94945" cy="94946"/>
                </a:xfrm>
              </p:grpSpPr>
              <p:sp>
                <p:nvSpPr>
                  <p:cNvPr id="1598" name="Google Shape;1598;p48"/>
                  <p:cNvSpPr/>
                  <p:nvPr/>
                </p:nvSpPr>
                <p:spPr>
                  <a:xfrm>
                    <a:off x="9645396" y="1588389"/>
                    <a:ext cx="42671" cy="42672"/>
                  </a:xfrm>
                  <a:custGeom>
                    <a:avLst/>
                    <a:gdLst/>
                    <a:ahLst/>
                    <a:cxnLst/>
                    <a:rect l="l" t="t" r="r" b="b"/>
                    <a:pathLst>
                      <a:path w="42671" h="42672" extrusionOk="0">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9" name="Google Shape;1599;p48"/>
                  <p:cNvSpPr/>
                  <p:nvPr/>
                </p:nvSpPr>
                <p:spPr>
                  <a:xfrm>
                    <a:off x="9674923" y="1536115"/>
                    <a:ext cx="65418" cy="65418"/>
                  </a:xfrm>
                  <a:custGeom>
                    <a:avLst/>
                    <a:gdLst/>
                    <a:ahLst/>
                    <a:cxnLst/>
                    <a:rect l="l" t="t" r="r" b="b"/>
                    <a:pathLst>
                      <a:path w="65418" h="65418" extrusionOk="0">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00" name="Google Shape;1600;p48"/>
                <p:cNvGrpSpPr/>
                <p:nvPr/>
              </p:nvGrpSpPr>
              <p:grpSpPr>
                <a:xfrm>
                  <a:off x="9556578" y="1534618"/>
                  <a:ext cx="98773" cy="98921"/>
                  <a:chOff x="9556578" y="1534618"/>
                  <a:chExt cx="98773" cy="98921"/>
                </a:xfrm>
              </p:grpSpPr>
              <p:sp>
                <p:nvSpPr>
                  <p:cNvPr id="1601" name="Google Shape;1601;p48"/>
                  <p:cNvSpPr/>
                  <p:nvPr/>
                </p:nvSpPr>
                <p:spPr>
                  <a:xfrm>
                    <a:off x="9556578" y="1534618"/>
                    <a:ext cx="98773" cy="98921"/>
                  </a:xfrm>
                  <a:custGeom>
                    <a:avLst/>
                    <a:gdLst/>
                    <a:ahLst/>
                    <a:cxnLst/>
                    <a:rect l="l" t="t" r="r" b="b"/>
                    <a:pathLst>
                      <a:path w="98773" h="98921" extrusionOk="0">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2" name="Google Shape;1602;p48"/>
                  <p:cNvSpPr/>
                  <p:nvPr/>
                </p:nvSpPr>
                <p:spPr>
                  <a:xfrm>
                    <a:off x="9597270" y="1577125"/>
                    <a:ext cx="15573" cy="15573"/>
                  </a:xfrm>
                  <a:custGeom>
                    <a:avLst/>
                    <a:gdLst/>
                    <a:ahLst/>
                    <a:cxnLst/>
                    <a:rect l="l" t="t" r="r" b="b"/>
                    <a:pathLst>
                      <a:path w="15573" h="15573" extrusionOk="0">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grpSp>
        <p:nvGrpSpPr>
          <p:cNvPr id="1603" name="Google Shape;1603;p48"/>
          <p:cNvGrpSpPr/>
          <p:nvPr/>
        </p:nvGrpSpPr>
        <p:grpSpPr>
          <a:xfrm>
            <a:off x="8107967" y="3797550"/>
            <a:ext cx="645598" cy="1166771"/>
            <a:chOff x="8107967" y="3797550"/>
            <a:chExt cx="645598" cy="1166771"/>
          </a:xfrm>
        </p:grpSpPr>
        <p:grpSp>
          <p:nvGrpSpPr>
            <p:cNvPr id="1604" name="Google Shape;1604;p48"/>
            <p:cNvGrpSpPr/>
            <p:nvPr/>
          </p:nvGrpSpPr>
          <p:grpSpPr>
            <a:xfrm>
              <a:off x="8107967" y="3797550"/>
              <a:ext cx="645598" cy="1166771"/>
              <a:chOff x="1024660" y="3708890"/>
              <a:chExt cx="489423" cy="884520"/>
            </a:xfrm>
          </p:grpSpPr>
          <p:grpSp>
            <p:nvGrpSpPr>
              <p:cNvPr id="1605" name="Google Shape;1605;p48"/>
              <p:cNvGrpSpPr/>
              <p:nvPr/>
            </p:nvGrpSpPr>
            <p:grpSpPr>
              <a:xfrm>
                <a:off x="1024660" y="3708890"/>
                <a:ext cx="489423" cy="884520"/>
                <a:chOff x="2124551" y="4954047"/>
                <a:chExt cx="587120" cy="1061085"/>
              </a:xfrm>
            </p:grpSpPr>
            <p:sp>
              <p:nvSpPr>
                <p:cNvPr id="1606" name="Google Shape;1606;p48"/>
                <p:cNvSpPr/>
                <p:nvPr/>
              </p:nvSpPr>
              <p:spPr>
                <a:xfrm>
                  <a:off x="2124551" y="4954047"/>
                  <a:ext cx="587120" cy="1061085"/>
                </a:xfrm>
                <a:custGeom>
                  <a:avLst/>
                  <a:gdLst/>
                  <a:ahLst/>
                  <a:cxnLst/>
                  <a:rect l="l" t="t" r="r" b="b"/>
                  <a:pathLst>
                    <a:path w="587120" h="1061085" extrusionOk="0">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7" name="Google Shape;1607;p48"/>
                <p:cNvSpPr/>
                <p:nvPr/>
              </p:nvSpPr>
              <p:spPr>
                <a:xfrm>
                  <a:off x="2339530" y="4987099"/>
                  <a:ext cx="157162" cy="25527"/>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08" name="Google Shape;1608;p48"/>
              <p:cNvSpPr/>
              <p:nvPr/>
            </p:nvSpPr>
            <p:spPr>
              <a:xfrm>
                <a:off x="1059199" y="3818860"/>
                <a:ext cx="419712" cy="647607"/>
              </a:xfrm>
              <a:custGeom>
                <a:avLst/>
                <a:gdLst/>
                <a:ahLst/>
                <a:cxnLst/>
                <a:rect l="l" t="t" r="r" b="b"/>
                <a:pathLst>
                  <a:path w="504158" h="777906" extrusionOk="0">
                    <a:moveTo>
                      <a:pt x="0" y="0"/>
                    </a:moveTo>
                    <a:lnTo>
                      <a:pt x="504158" y="0"/>
                    </a:lnTo>
                    <a:lnTo>
                      <a:pt x="504158" y="777907"/>
                    </a:lnTo>
                    <a:lnTo>
                      <a:pt x="0" y="777907"/>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09" name="Google Shape;1609;p48"/>
              <p:cNvGrpSpPr/>
              <p:nvPr/>
            </p:nvGrpSpPr>
            <p:grpSpPr>
              <a:xfrm>
                <a:off x="1108189" y="4182116"/>
                <a:ext cx="322524" cy="131011"/>
                <a:chOff x="2224754" y="5521737"/>
                <a:chExt cx="386905" cy="157163"/>
              </a:xfrm>
            </p:grpSpPr>
            <p:grpSp>
              <p:nvGrpSpPr>
                <p:cNvPr id="1610" name="Google Shape;1610;p48"/>
                <p:cNvGrpSpPr/>
                <p:nvPr/>
              </p:nvGrpSpPr>
              <p:grpSpPr>
                <a:xfrm>
                  <a:off x="2224754" y="5521737"/>
                  <a:ext cx="386905" cy="157163"/>
                  <a:chOff x="2224754" y="5521737"/>
                  <a:chExt cx="386905" cy="157163"/>
                </a:xfrm>
              </p:grpSpPr>
              <p:grpSp>
                <p:nvGrpSpPr>
                  <p:cNvPr id="1611" name="Google Shape;1611;p48"/>
                  <p:cNvGrpSpPr/>
                  <p:nvPr/>
                </p:nvGrpSpPr>
                <p:grpSpPr>
                  <a:xfrm>
                    <a:off x="2224754" y="5521737"/>
                    <a:ext cx="386905" cy="65532"/>
                    <a:chOff x="2224754" y="5521737"/>
                    <a:chExt cx="386905" cy="65532"/>
                  </a:xfrm>
                </p:grpSpPr>
                <p:sp>
                  <p:nvSpPr>
                    <p:cNvPr id="1612" name="Google Shape;1612;p48"/>
                    <p:cNvSpPr/>
                    <p:nvPr/>
                  </p:nvSpPr>
                  <p:spPr>
                    <a:xfrm>
                      <a:off x="2224754" y="5521737"/>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3" name="Google Shape;1613;p48"/>
                    <p:cNvSpPr/>
                    <p:nvPr/>
                  </p:nvSpPr>
                  <p:spPr>
                    <a:xfrm>
                      <a:off x="2237422" y="5534405"/>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14" name="Google Shape;1614;p48"/>
                  <p:cNvGrpSpPr/>
                  <p:nvPr/>
                </p:nvGrpSpPr>
                <p:grpSpPr>
                  <a:xfrm>
                    <a:off x="2224754" y="5613368"/>
                    <a:ext cx="386905" cy="65532"/>
                    <a:chOff x="2224754" y="5613368"/>
                    <a:chExt cx="386905" cy="65532"/>
                  </a:xfrm>
                </p:grpSpPr>
                <p:sp>
                  <p:nvSpPr>
                    <p:cNvPr id="1615" name="Google Shape;1615;p48"/>
                    <p:cNvSpPr/>
                    <p:nvPr/>
                  </p:nvSpPr>
                  <p:spPr>
                    <a:xfrm>
                      <a:off x="2224754" y="5613368"/>
                      <a:ext cx="386905" cy="65532"/>
                    </a:xfrm>
                    <a:custGeom>
                      <a:avLst/>
                      <a:gdLst/>
                      <a:ahLst/>
                      <a:cxnLst/>
                      <a:rect l="l" t="t" r="r" b="b"/>
                      <a:pathLst>
                        <a:path w="386905" h="65532" extrusionOk="0">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6" name="Google Shape;1616;p48"/>
                    <p:cNvSpPr/>
                    <p:nvPr/>
                  </p:nvSpPr>
                  <p:spPr>
                    <a:xfrm>
                      <a:off x="2237422" y="5626036"/>
                      <a:ext cx="374141" cy="52864"/>
                    </a:xfrm>
                    <a:custGeom>
                      <a:avLst/>
                      <a:gdLst/>
                      <a:ahLst/>
                      <a:cxnLst/>
                      <a:rect l="l" t="t" r="r" b="b"/>
                      <a:pathLst>
                        <a:path w="374141" h="52864" extrusionOk="0">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17" name="Google Shape;1617;p48"/>
                <p:cNvGrpSpPr/>
                <p:nvPr/>
              </p:nvGrpSpPr>
              <p:grpSpPr>
                <a:xfrm>
                  <a:off x="2336863" y="5554217"/>
                  <a:ext cx="177355" cy="15050"/>
                  <a:chOff x="2336863" y="5554217"/>
                  <a:chExt cx="177355" cy="15050"/>
                </a:xfrm>
              </p:grpSpPr>
              <p:sp>
                <p:nvSpPr>
                  <p:cNvPr id="1618" name="Google Shape;1618;p48"/>
                  <p:cNvSpPr/>
                  <p:nvPr/>
                </p:nvSpPr>
                <p:spPr>
                  <a:xfrm>
                    <a:off x="2336863" y="5554218"/>
                    <a:ext cx="15049" cy="15049"/>
                  </a:xfrm>
                  <a:custGeom>
                    <a:avLst/>
                    <a:gdLst/>
                    <a:ahLst/>
                    <a:cxnLst/>
                    <a:rect l="l" t="t" r="r" b="b"/>
                    <a:pathLst>
                      <a:path w="15049" h="15049" extrusionOk="0">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9" name="Google Shape;1619;p48"/>
                  <p:cNvSpPr/>
                  <p:nvPr/>
                </p:nvSpPr>
                <p:spPr>
                  <a:xfrm>
                    <a:off x="2377440" y="5554217"/>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0" name="Google Shape;1620;p48"/>
                  <p:cNvSpPr/>
                  <p:nvPr/>
                </p:nvSpPr>
                <p:spPr>
                  <a:xfrm>
                    <a:off x="2418016"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1" name="Google Shape;1621;p48"/>
                  <p:cNvSpPr/>
                  <p:nvPr/>
                </p:nvSpPr>
                <p:spPr>
                  <a:xfrm>
                    <a:off x="2458593" y="5554218"/>
                    <a:ext cx="15049" cy="15049"/>
                  </a:xfrm>
                  <a:custGeom>
                    <a:avLst/>
                    <a:gdLst/>
                    <a:ahLst/>
                    <a:cxnLst/>
                    <a:rect l="l" t="t" r="r" b="b"/>
                    <a:pathLst>
                      <a:path w="15049" h="15049" extrusionOk="0">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2" name="Google Shape;1622;p48"/>
                  <p:cNvSpPr/>
                  <p:nvPr/>
                </p:nvSpPr>
                <p:spPr>
                  <a:xfrm>
                    <a:off x="2499169" y="5554217"/>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23" name="Google Shape;1623;p48"/>
                <p:cNvGrpSpPr/>
                <p:nvPr/>
              </p:nvGrpSpPr>
              <p:grpSpPr>
                <a:xfrm>
                  <a:off x="2336863" y="5641848"/>
                  <a:ext cx="177355" cy="15049"/>
                  <a:chOff x="2336863" y="5641848"/>
                  <a:chExt cx="177355" cy="15049"/>
                </a:xfrm>
              </p:grpSpPr>
              <p:sp>
                <p:nvSpPr>
                  <p:cNvPr id="1624" name="Google Shape;1624;p48"/>
                  <p:cNvSpPr/>
                  <p:nvPr/>
                </p:nvSpPr>
                <p:spPr>
                  <a:xfrm>
                    <a:off x="2336863"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5" name="Google Shape;1625;p48"/>
                  <p:cNvSpPr/>
                  <p:nvPr/>
                </p:nvSpPr>
                <p:spPr>
                  <a:xfrm>
                    <a:off x="2377440" y="5641848"/>
                    <a:ext cx="15049" cy="15049"/>
                  </a:xfrm>
                  <a:custGeom>
                    <a:avLst/>
                    <a:gdLst/>
                    <a:ahLst/>
                    <a:cxnLst/>
                    <a:rect l="l" t="t" r="r" b="b"/>
                    <a:pathLst>
                      <a:path w="15049" h="15049" extrusionOk="0">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6" name="Google Shape;1626;p48"/>
                  <p:cNvSpPr/>
                  <p:nvPr/>
                </p:nvSpPr>
                <p:spPr>
                  <a:xfrm>
                    <a:off x="2418016"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7" name="Google Shape;1627;p48"/>
                  <p:cNvSpPr/>
                  <p:nvPr/>
                </p:nvSpPr>
                <p:spPr>
                  <a:xfrm>
                    <a:off x="2458592"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8" name="Google Shape;1628;p48"/>
                  <p:cNvSpPr/>
                  <p:nvPr/>
                </p:nvSpPr>
                <p:spPr>
                  <a:xfrm>
                    <a:off x="2499169" y="5641848"/>
                    <a:ext cx="15049" cy="15049"/>
                  </a:xfrm>
                  <a:custGeom>
                    <a:avLst/>
                    <a:gdLst/>
                    <a:ahLst/>
                    <a:cxnLst/>
                    <a:rect l="l" t="t" r="r" b="b"/>
                    <a:pathLst>
                      <a:path w="15049" h="15049" extrusionOk="0">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29" name="Google Shape;1629;p48"/>
              <p:cNvGrpSpPr/>
              <p:nvPr/>
            </p:nvGrpSpPr>
            <p:grpSpPr>
              <a:xfrm>
                <a:off x="1161625" y="3903897"/>
                <a:ext cx="215413" cy="215333"/>
                <a:chOff x="2288857" y="5187981"/>
                <a:chExt cx="258413" cy="258317"/>
              </a:xfrm>
            </p:grpSpPr>
            <p:sp>
              <p:nvSpPr>
                <p:cNvPr id="1630" name="Google Shape;1630;p48"/>
                <p:cNvSpPr/>
                <p:nvPr/>
              </p:nvSpPr>
              <p:spPr>
                <a:xfrm>
                  <a:off x="2288857" y="5187981"/>
                  <a:ext cx="258413" cy="258317"/>
                </a:xfrm>
                <a:custGeom>
                  <a:avLst/>
                  <a:gdLst/>
                  <a:ahLst/>
                  <a:cxnLst/>
                  <a:rect l="l" t="t" r="r" b="b"/>
                  <a:pathLst>
                    <a:path w="258413" h="258317" extrusionOk="0">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1" name="Google Shape;1631;p48"/>
                <p:cNvSpPr/>
                <p:nvPr/>
              </p:nvSpPr>
              <p:spPr>
                <a:xfrm>
                  <a:off x="2316956" y="5234082"/>
                  <a:ext cx="202501" cy="212216"/>
                </a:xfrm>
                <a:custGeom>
                  <a:avLst/>
                  <a:gdLst/>
                  <a:ahLst/>
                  <a:cxnLst/>
                  <a:rect l="l" t="t" r="r" b="b"/>
                  <a:pathLst>
                    <a:path w="202501" h="212216" extrusionOk="0">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632" name="Google Shape;1632;p48"/>
            <p:cNvSpPr/>
            <p:nvPr/>
          </p:nvSpPr>
          <p:spPr>
            <a:xfrm>
              <a:off x="8344358" y="4860794"/>
              <a:ext cx="172878" cy="28080"/>
            </a:xfrm>
            <a:custGeom>
              <a:avLst/>
              <a:gdLst/>
              <a:ahLst/>
              <a:cxnLst/>
              <a:rect l="l" t="t" r="r" b="b"/>
              <a:pathLst>
                <a:path w="157162" h="25527" extrusionOk="0">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36"/>
        <p:cNvGrpSpPr/>
        <p:nvPr/>
      </p:nvGrpSpPr>
      <p:grpSpPr>
        <a:xfrm>
          <a:off x="0" y="0"/>
          <a:ext cx="0" cy="0"/>
          <a:chOff x="0" y="0"/>
          <a:chExt cx="0" cy="0"/>
        </a:xfrm>
      </p:grpSpPr>
      <p:sp>
        <p:nvSpPr>
          <p:cNvPr id="1637" name="Google Shape;1637;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Alternative resources</a:t>
            </a:r>
            <a:endParaRPr>
              <a:latin typeface="Roboto Medium" panose="020B0604020202020204" charset="0"/>
              <a:ea typeface="Roboto Medium" panose="020B0604020202020204" charset="0"/>
            </a:endParaRPr>
          </a:p>
        </p:txBody>
      </p:sp>
      <p:sp>
        <p:nvSpPr>
          <p:cNvPr id="1638" name="Google Shape;1638;p49"/>
          <p:cNvSpPr txBox="1"/>
          <p:nvPr/>
        </p:nvSpPr>
        <p:spPr>
          <a:xfrm>
            <a:off x="713225" y="1123550"/>
            <a:ext cx="7704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Arial (Body)"/>
                <a:ea typeface="Lato"/>
                <a:cs typeface="Lato"/>
                <a:sym typeface="Lato"/>
              </a:rPr>
              <a:t>Here’s an assortment of alternative resources whose style fits that of this template:</a:t>
            </a:r>
            <a:endParaRPr>
              <a:solidFill>
                <a:schemeClr val="dk1"/>
              </a:solidFill>
              <a:latin typeface="Arial (Body)"/>
              <a:ea typeface="Lato"/>
              <a:cs typeface="Lato"/>
              <a:sym typeface="Lato"/>
            </a:endParaRPr>
          </a:p>
          <a:p>
            <a:pPr marL="457200" lvl="0" indent="-317500" algn="l" rtl="0">
              <a:spcBef>
                <a:spcPts val="0"/>
              </a:spcBef>
              <a:spcAft>
                <a:spcPts val="0"/>
              </a:spcAft>
              <a:buClr>
                <a:schemeClr val="dk1"/>
              </a:buClr>
              <a:buSzPts val="1400"/>
              <a:buFont typeface="Lato"/>
              <a:buChar char="●"/>
            </a:pPr>
            <a:r>
              <a:rPr lang="en" u="sng">
                <a:solidFill>
                  <a:schemeClr val="hlink"/>
                </a:solidFill>
                <a:latin typeface="Arial (Body)"/>
                <a:ea typeface="Lato"/>
                <a:cs typeface="Lato"/>
                <a:sym typeface="Lato"/>
                <a:hlinkClick r:id="rId3"/>
              </a:rPr>
              <a:t>Creative cms concept illustration in flat design</a:t>
            </a:r>
            <a:endParaRPr>
              <a:solidFill>
                <a:schemeClr val="dk1"/>
              </a:solidFill>
              <a:latin typeface="Arial (Body)"/>
              <a:ea typeface="Lato"/>
              <a:cs typeface="Lato"/>
              <a:sym typeface="Lato"/>
            </a:endParaRPr>
          </a:p>
        </p:txBody>
      </p:sp>
      <p:grpSp>
        <p:nvGrpSpPr>
          <p:cNvPr id="1639" name="Google Shape;1639;p49"/>
          <p:cNvGrpSpPr/>
          <p:nvPr/>
        </p:nvGrpSpPr>
        <p:grpSpPr>
          <a:xfrm>
            <a:off x="720006" y="3007580"/>
            <a:ext cx="1097451" cy="1596410"/>
            <a:chOff x="6833656" y="90230"/>
            <a:chExt cx="1097451" cy="1596410"/>
          </a:xfrm>
        </p:grpSpPr>
        <p:sp>
          <p:nvSpPr>
            <p:cNvPr id="1640" name="Google Shape;1640;p49"/>
            <p:cNvSpPr/>
            <p:nvPr/>
          </p:nvSpPr>
          <p:spPr>
            <a:xfrm>
              <a:off x="6833656" y="90230"/>
              <a:ext cx="1097451" cy="1594476"/>
            </a:xfrm>
            <a:custGeom>
              <a:avLst/>
              <a:gdLst/>
              <a:ahLst/>
              <a:cxnLst/>
              <a:rect l="l" t="t" r="r" b="b"/>
              <a:pathLst>
                <a:path w="1318259" h="1915286" extrusionOk="0">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1" name="Google Shape;1641;p49"/>
            <p:cNvSpPr/>
            <p:nvPr/>
          </p:nvSpPr>
          <p:spPr>
            <a:xfrm>
              <a:off x="6833656" y="90230"/>
              <a:ext cx="1097451" cy="78344"/>
            </a:xfrm>
            <a:custGeom>
              <a:avLst/>
              <a:gdLst/>
              <a:ahLst/>
              <a:cxnLst/>
              <a:rect l="l" t="t" r="r" b="b"/>
              <a:pathLst>
                <a:path w="1318259" h="94107" extrusionOk="0">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2" name="Google Shape;1642;p49"/>
            <p:cNvSpPr/>
            <p:nvPr/>
          </p:nvSpPr>
          <p:spPr>
            <a:xfrm>
              <a:off x="6833656" y="1615433"/>
              <a:ext cx="1097451" cy="71207"/>
            </a:xfrm>
            <a:custGeom>
              <a:avLst/>
              <a:gdLst/>
              <a:ahLst/>
              <a:cxnLst/>
              <a:rect l="l" t="t" r="r" b="b"/>
              <a:pathLst>
                <a:path w="1318259" h="85534" extrusionOk="0">
                  <a:moveTo>
                    <a:pt x="1318260" y="0"/>
                  </a:moveTo>
                  <a:lnTo>
                    <a:pt x="1318260" y="33718"/>
                  </a:lnTo>
                  <a:cubicBezTo>
                    <a:pt x="1318260" y="62293"/>
                    <a:pt x="1295019" y="85534"/>
                    <a:pt x="1266444" y="85534"/>
                  </a:cubicBezTo>
                  <a:lnTo>
                    <a:pt x="51816" y="85534"/>
                  </a:lnTo>
                  <a:cubicBezTo>
                    <a:pt x="23241" y="85534"/>
                    <a:pt x="0" y="62293"/>
                    <a:pt x="0" y="33718"/>
                  </a:cubicBezTo>
                  <a:lnTo>
                    <a:pt x="0" y="0"/>
                  </a:lnTo>
                  <a:lnTo>
                    <a:pt x="1318260" y="0"/>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43" name="Google Shape;1643;p49"/>
            <p:cNvGrpSpPr/>
            <p:nvPr/>
          </p:nvGrpSpPr>
          <p:grpSpPr>
            <a:xfrm>
              <a:off x="7772486" y="119529"/>
              <a:ext cx="117273" cy="26042"/>
              <a:chOff x="7106888" y="4136136"/>
              <a:chExt cx="140683" cy="31241"/>
            </a:xfrm>
          </p:grpSpPr>
          <p:sp>
            <p:nvSpPr>
              <p:cNvPr id="1644" name="Google Shape;1644;p49"/>
              <p:cNvSpPr/>
              <p:nvPr/>
            </p:nvSpPr>
            <p:spPr>
              <a:xfrm>
                <a:off x="7216330"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rgbClr val="34909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5" name="Google Shape;1645;p49"/>
              <p:cNvSpPr/>
              <p:nvPr/>
            </p:nvSpPr>
            <p:spPr>
              <a:xfrm>
                <a:off x="7161561" y="4136136"/>
                <a:ext cx="31241" cy="31241"/>
              </a:xfrm>
              <a:custGeom>
                <a:avLst/>
                <a:gdLst/>
                <a:ahLst/>
                <a:cxnLst/>
                <a:rect l="l" t="t" r="r" b="b"/>
                <a:pathLst>
                  <a:path w="31241" h="31241" extrusionOk="0">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rgbClr val="E767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6" name="Google Shape;1646;p49"/>
              <p:cNvSpPr/>
              <p:nvPr/>
            </p:nvSpPr>
            <p:spPr>
              <a:xfrm>
                <a:off x="7106888" y="4136136"/>
                <a:ext cx="31241" cy="31241"/>
              </a:xfrm>
              <a:custGeom>
                <a:avLst/>
                <a:gdLst/>
                <a:ahLst/>
                <a:cxnLst/>
                <a:rect l="l" t="t" r="r" b="b"/>
                <a:pathLst>
                  <a:path w="31241" h="31241" extrusionOk="0">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rgbClr val="BA00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647" name="Google Shape;1647;p49"/>
            <p:cNvSpPr/>
            <p:nvPr/>
          </p:nvSpPr>
          <p:spPr>
            <a:xfrm>
              <a:off x="6850409" y="184796"/>
              <a:ext cx="1063988" cy="425975"/>
            </a:xfrm>
            <a:custGeom>
              <a:avLst/>
              <a:gdLst/>
              <a:ahLst/>
              <a:cxnLst/>
              <a:rect l="l" t="t" r="r" b="b"/>
              <a:pathLst>
                <a:path w="1278064" h="511682" extrusionOk="0">
                  <a:moveTo>
                    <a:pt x="0" y="0"/>
                  </a:moveTo>
                  <a:lnTo>
                    <a:pt x="1278064" y="0"/>
                  </a:lnTo>
                  <a:lnTo>
                    <a:pt x="1278064" y="511683"/>
                  </a:lnTo>
                  <a:lnTo>
                    <a:pt x="0" y="51168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8" name="Google Shape;1648;p49"/>
            <p:cNvSpPr/>
            <p:nvPr/>
          </p:nvSpPr>
          <p:spPr>
            <a:xfrm>
              <a:off x="6881058" y="655402"/>
              <a:ext cx="293077" cy="254459"/>
            </a:xfrm>
            <a:custGeom>
              <a:avLst/>
              <a:gdLst/>
              <a:ahLst/>
              <a:cxnLst/>
              <a:rect l="l" t="t" r="r" b="b"/>
              <a:pathLst>
                <a:path w="352044" h="305657" extrusionOk="0">
                  <a:moveTo>
                    <a:pt x="0" y="0"/>
                  </a:moveTo>
                  <a:lnTo>
                    <a:pt x="352044" y="0"/>
                  </a:lnTo>
                  <a:lnTo>
                    <a:pt x="352044" y="305657"/>
                  </a:lnTo>
                  <a:lnTo>
                    <a:pt x="0" y="30565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9" name="Google Shape;1649;p49"/>
            <p:cNvSpPr/>
            <p:nvPr/>
          </p:nvSpPr>
          <p:spPr>
            <a:xfrm>
              <a:off x="7202709" y="655402"/>
              <a:ext cx="686145" cy="19347"/>
            </a:xfrm>
            <a:custGeom>
              <a:avLst/>
              <a:gdLst/>
              <a:ahLst/>
              <a:cxnLst/>
              <a:rect l="l" t="t" r="r" b="b"/>
              <a:pathLst>
                <a:path w="824198" h="23240" extrusionOk="0">
                  <a:moveTo>
                    <a:pt x="0" y="0"/>
                  </a:moveTo>
                  <a:lnTo>
                    <a:pt x="824199" y="0"/>
                  </a:lnTo>
                  <a:lnTo>
                    <a:pt x="824199" y="23241"/>
                  </a:lnTo>
                  <a:lnTo>
                    <a:pt x="0" y="2324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0" name="Google Shape;1650;p49"/>
            <p:cNvSpPr/>
            <p:nvPr/>
          </p:nvSpPr>
          <p:spPr>
            <a:xfrm>
              <a:off x="7202709" y="702725"/>
              <a:ext cx="686145" cy="19347"/>
            </a:xfrm>
            <a:custGeom>
              <a:avLst/>
              <a:gdLst/>
              <a:ahLst/>
              <a:cxnLst/>
              <a:rect l="l" t="t" r="r" b="b"/>
              <a:pathLst>
                <a:path w="824198" h="23240" extrusionOk="0">
                  <a:moveTo>
                    <a:pt x="0" y="0"/>
                  </a:moveTo>
                  <a:lnTo>
                    <a:pt x="824199" y="0"/>
                  </a:lnTo>
                  <a:lnTo>
                    <a:pt x="824199" y="23241"/>
                  </a:lnTo>
                  <a:lnTo>
                    <a:pt x="0" y="2324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1" name="Google Shape;1651;p49"/>
            <p:cNvSpPr/>
            <p:nvPr/>
          </p:nvSpPr>
          <p:spPr>
            <a:xfrm>
              <a:off x="7202709" y="749968"/>
              <a:ext cx="686145" cy="19347"/>
            </a:xfrm>
            <a:custGeom>
              <a:avLst/>
              <a:gdLst/>
              <a:ahLst/>
              <a:cxnLst/>
              <a:rect l="l" t="t" r="r" b="b"/>
              <a:pathLst>
                <a:path w="824198" h="23240" extrusionOk="0">
                  <a:moveTo>
                    <a:pt x="0" y="0"/>
                  </a:moveTo>
                  <a:lnTo>
                    <a:pt x="824199" y="0"/>
                  </a:lnTo>
                  <a:lnTo>
                    <a:pt x="824199" y="23241"/>
                  </a:lnTo>
                  <a:lnTo>
                    <a:pt x="0" y="2324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2" name="Google Shape;1652;p49"/>
            <p:cNvSpPr/>
            <p:nvPr/>
          </p:nvSpPr>
          <p:spPr>
            <a:xfrm>
              <a:off x="7202709" y="797291"/>
              <a:ext cx="686145" cy="19347"/>
            </a:xfrm>
            <a:custGeom>
              <a:avLst/>
              <a:gdLst/>
              <a:ahLst/>
              <a:cxnLst/>
              <a:rect l="l" t="t" r="r" b="b"/>
              <a:pathLst>
                <a:path w="824198" h="23240" extrusionOk="0">
                  <a:moveTo>
                    <a:pt x="0" y="0"/>
                  </a:moveTo>
                  <a:lnTo>
                    <a:pt x="824199" y="0"/>
                  </a:lnTo>
                  <a:lnTo>
                    <a:pt x="824199" y="23241"/>
                  </a:lnTo>
                  <a:lnTo>
                    <a:pt x="0" y="2324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653" name="Google Shape;1653;p49"/>
            <p:cNvGrpSpPr/>
            <p:nvPr/>
          </p:nvGrpSpPr>
          <p:grpSpPr>
            <a:xfrm>
              <a:off x="7689354" y="867322"/>
              <a:ext cx="200407" cy="42875"/>
              <a:chOff x="7007161" y="5033200"/>
              <a:chExt cx="240411" cy="51434"/>
            </a:xfrm>
          </p:grpSpPr>
          <p:sp>
            <p:nvSpPr>
              <p:cNvPr id="1654" name="Google Shape;1654;p49"/>
              <p:cNvSpPr/>
              <p:nvPr/>
            </p:nvSpPr>
            <p:spPr>
              <a:xfrm>
                <a:off x="7007161" y="5033200"/>
                <a:ext cx="240411" cy="51434"/>
              </a:xfrm>
              <a:custGeom>
                <a:avLst/>
                <a:gdLst/>
                <a:ahLst/>
                <a:cxnLst/>
                <a:rect l="l" t="t" r="r" b="b"/>
                <a:pathLst>
                  <a:path w="240411" h="51434" extrusionOk="0">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5" name="Google Shape;1655;p49"/>
              <p:cNvSpPr/>
              <p:nvPr/>
            </p:nvSpPr>
            <p:spPr>
              <a:xfrm>
                <a:off x="7073264" y="5047202"/>
                <a:ext cx="108204" cy="23240"/>
              </a:xfrm>
              <a:custGeom>
                <a:avLst/>
                <a:gdLst/>
                <a:ahLst/>
                <a:cxnLst/>
                <a:rect l="l" t="t" r="r" b="b"/>
                <a:pathLst>
                  <a:path w="108204" h="23240" extrusionOk="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56" name="Google Shape;1656;p49"/>
            <p:cNvGrpSpPr/>
            <p:nvPr/>
          </p:nvGrpSpPr>
          <p:grpSpPr>
            <a:xfrm>
              <a:off x="6881058" y="997221"/>
              <a:ext cx="1008703" cy="174283"/>
              <a:chOff x="6037516" y="5189029"/>
              <a:chExt cx="1210056" cy="209073"/>
            </a:xfrm>
          </p:grpSpPr>
          <p:grpSp>
            <p:nvGrpSpPr>
              <p:cNvPr id="1657" name="Google Shape;1657;p49"/>
              <p:cNvGrpSpPr/>
              <p:nvPr/>
            </p:nvGrpSpPr>
            <p:grpSpPr>
              <a:xfrm>
                <a:off x="6037516" y="5189029"/>
                <a:ext cx="129730" cy="209073"/>
                <a:chOff x="6037516" y="5189029"/>
                <a:chExt cx="129730" cy="209073"/>
              </a:xfrm>
            </p:grpSpPr>
            <p:sp>
              <p:nvSpPr>
                <p:cNvPr id="1658" name="Google Shape;1658;p49"/>
                <p:cNvSpPr/>
                <p:nvPr/>
              </p:nvSpPr>
              <p:spPr>
                <a:xfrm>
                  <a:off x="6037516" y="5189029"/>
                  <a:ext cx="129730" cy="129730"/>
                </a:xfrm>
                <a:custGeom>
                  <a:avLst/>
                  <a:gdLst/>
                  <a:ahLst/>
                  <a:cxnLst/>
                  <a:rect l="l" t="t" r="r" b="b"/>
                  <a:pathLst>
                    <a:path w="129730" h="129730" extrusionOk="0">
                      <a:moveTo>
                        <a:pt x="0" y="0"/>
                      </a:moveTo>
                      <a:lnTo>
                        <a:pt x="129730" y="0"/>
                      </a:lnTo>
                      <a:lnTo>
                        <a:pt x="129730" y="129730"/>
                      </a:lnTo>
                      <a:lnTo>
                        <a:pt x="0" y="12973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9" name="Google Shape;1659;p49"/>
                <p:cNvSpPr/>
                <p:nvPr/>
              </p:nvSpPr>
              <p:spPr>
                <a:xfrm>
                  <a:off x="6037516" y="5331904"/>
                  <a:ext cx="129730" cy="13334"/>
                </a:xfrm>
                <a:custGeom>
                  <a:avLst/>
                  <a:gdLst/>
                  <a:ahLst/>
                  <a:cxnLst/>
                  <a:rect l="l" t="t" r="r" b="b"/>
                  <a:pathLst>
                    <a:path w="129730" h="13334" extrusionOk="0">
                      <a:moveTo>
                        <a:pt x="0" y="0"/>
                      </a:moveTo>
                      <a:lnTo>
                        <a:pt x="129730" y="0"/>
                      </a:lnTo>
                      <a:lnTo>
                        <a:pt x="129730"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0" name="Google Shape;1660;p49"/>
                <p:cNvSpPr/>
                <p:nvPr/>
              </p:nvSpPr>
              <p:spPr>
                <a:xfrm>
                  <a:off x="6037516" y="5358384"/>
                  <a:ext cx="129730" cy="13334"/>
                </a:xfrm>
                <a:custGeom>
                  <a:avLst/>
                  <a:gdLst/>
                  <a:ahLst/>
                  <a:cxnLst/>
                  <a:rect l="l" t="t" r="r" b="b"/>
                  <a:pathLst>
                    <a:path w="129730" h="13334" extrusionOk="0">
                      <a:moveTo>
                        <a:pt x="0" y="0"/>
                      </a:moveTo>
                      <a:lnTo>
                        <a:pt x="129730" y="0"/>
                      </a:lnTo>
                      <a:lnTo>
                        <a:pt x="129730"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1" name="Google Shape;1661;p49"/>
                <p:cNvSpPr/>
                <p:nvPr/>
              </p:nvSpPr>
              <p:spPr>
                <a:xfrm>
                  <a:off x="6037516" y="5384768"/>
                  <a:ext cx="86105" cy="13334"/>
                </a:xfrm>
                <a:custGeom>
                  <a:avLst/>
                  <a:gdLst/>
                  <a:ahLst/>
                  <a:cxnLst/>
                  <a:rect l="l" t="t" r="r" b="b"/>
                  <a:pathLst>
                    <a:path w="86105" h="13334" extrusionOk="0">
                      <a:moveTo>
                        <a:pt x="0" y="0"/>
                      </a:moveTo>
                      <a:lnTo>
                        <a:pt x="86106" y="0"/>
                      </a:lnTo>
                      <a:lnTo>
                        <a:pt x="86106"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62" name="Google Shape;1662;p49"/>
              <p:cNvGrpSpPr/>
              <p:nvPr/>
            </p:nvGrpSpPr>
            <p:grpSpPr>
              <a:xfrm>
                <a:off x="6217539" y="5189029"/>
                <a:ext cx="129730" cy="209073"/>
                <a:chOff x="6217539" y="5189029"/>
                <a:chExt cx="129730" cy="209073"/>
              </a:xfrm>
            </p:grpSpPr>
            <p:sp>
              <p:nvSpPr>
                <p:cNvPr id="1663" name="Google Shape;1663;p49"/>
                <p:cNvSpPr/>
                <p:nvPr/>
              </p:nvSpPr>
              <p:spPr>
                <a:xfrm>
                  <a:off x="6217539" y="5189029"/>
                  <a:ext cx="129730" cy="129730"/>
                </a:xfrm>
                <a:custGeom>
                  <a:avLst/>
                  <a:gdLst/>
                  <a:ahLst/>
                  <a:cxnLst/>
                  <a:rect l="l" t="t" r="r" b="b"/>
                  <a:pathLst>
                    <a:path w="129730" h="129730" extrusionOk="0">
                      <a:moveTo>
                        <a:pt x="0" y="0"/>
                      </a:moveTo>
                      <a:lnTo>
                        <a:pt x="129731" y="0"/>
                      </a:lnTo>
                      <a:lnTo>
                        <a:pt x="129731" y="129730"/>
                      </a:lnTo>
                      <a:lnTo>
                        <a:pt x="0" y="12973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4" name="Google Shape;1664;p49"/>
                <p:cNvSpPr/>
                <p:nvPr/>
              </p:nvSpPr>
              <p:spPr>
                <a:xfrm>
                  <a:off x="6217539" y="5331904"/>
                  <a:ext cx="129730" cy="13334"/>
                </a:xfrm>
                <a:custGeom>
                  <a:avLst/>
                  <a:gdLst/>
                  <a:ahLst/>
                  <a:cxnLst/>
                  <a:rect l="l" t="t" r="r" b="b"/>
                  <a:pathLst>
                    <a:path w="129730" h="13334" extrusionOk="0">
                      <a:moveTo>
                        <a:pt x="0" y="0"/>
                      </a:moveTo>
                      <a:lnTo>
                        <a:pt x="129731" y="0"/>
                      </a:lnTo>
                      <a:lnTo>
                        <a:pt x="129731"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5" name="Google Shape;1665;p49"/>
                <p:cNvSpPr/>
                <p:nvPr/>
              </p:nvSpPr>
              <p:spPr>
                <a:xfrm>
                  <a:off x="6217539" y="5358384"/>
                  <a:ext cx="129730" cy="13334"/>
                </a:xfrm>
                <a:custGeom>
                  <a:avLst/>
                  <a:gdLst/>
                  <a:ahLst/>
                  <a:cxnLst/>
                  <a:rect l="l" t="t" r="r" b="b"/>
                  <a:pathLst>
                    <a:path w="129730" h="13334" extrusionOk="0">
                      <a:moveTo>
                        <a:pt x="0" y="0"/>
                      </a:moveTo>
                      <a:lnTo>
                        <a:pt x="129731" y="0"/>
                      </a:lnTo>
                      <a:lnTo>
                        <a:pt x="129731"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6" name="Google Shape;1666;p49"/>
                <p:cNvSpPr/>
                <p:nvPr/>
              </p:nvSpPr>
              <p:spPr>
                <a:xfrm>
                  <a:off x="6217539" y="5384768"/>
                  <a:ext cx="86105" cy="13334"/>
                </a:xfrm>
                <a:custGeom>
                  <a:avLst/>
                  <a:gdLst/>
                  <a:ahLst/>
                  <a:cxnLst/>
                  <a:rect l="l" t="t" r="r" b="b"/>
                  <a:pathLst>
                    <a:path w="86105" h="13334" extrusionOk="0">
                      <a:moveTo>
                        <a:pt x="0" y="0"/>
                      </a:moveTo>
                      <a:lnTo>
                        <a:pt x="86106" y="0"/>
                      </a:lnTo>
                      <a:lnTo>
                        <a:pt x="86106"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67" name="Google Shape;1667;p49"/>
              <p:cNvGrpSpPr/>
              <p:nvPr/>
            </p:nvGrpSpPr>
            <p:grpSpPr>
              <a:xfrm>
                <a:off x="6397656" y="5189029"/>
                <a:ext cx="129730" cy="209073"/>
                <a:chOff x="6397656" y="5189029"/>
                <a:chExt cx="129730" cy="209073"/>
              </a:xfrm>
            </p:grpSpPr>
            <p:sp>
              <p:nvSpPr>
                <p:cNvPr id="1668" name="Google Shape;1668;p49"/>
                <p:cNvSpPr/>
                <p:nvPr/>
              </p:nvSpPr>
              <p:spPr>
                <a:xfrm>
                  <a:off x="6397656" y="5189029"/>
                  <a:ext cx="129730" cy="129730"/>
                </a:xfrm>
                <a:custGeom>
                  <a:avLst/>
                  <a:gdLst/>
                  <a:ahLst/>
                  <a:cxnLst/>
                  <a:rect l="l" t="t" r="r" b="b"/>
                  <a:pathLst>
                    <a:path w="129730" h="129730" extrusionOk="0">
                      <a:moveTo>
                        <a:pt x="0" y="0"/>
                      </a:moveTo>
                      <a:lnTo>
                        <a:pt x="129730" y="0"/>
                      </a:lnTo>
                      <a:lnTo>
                        <a:pt x="129730" y="129730"/>
                      </a:lnTo>
                      <a:lnTo>
                        <a:pt x="0" y="12973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9" name="Google Shape;1669;p49"/>
                <p:cNvSpPr/>
                <p:nvPr/>
              </p:nvSpPr>
              <p:spPr>
                <a:xfrm>
                  <a:off x="6397656" y="5331904"/>
                  <a:ext cx="129730" cy="13334"/>
                </a:xfrm>
                <a:custGeom>
                  <a:avLst/>
                  <a:gdLst/>
                  <a:ahLst/>
                  <a:cxnLst/>
                  <a:rect l="l" t="t" r="r" b="b"/>
                  <a:pathLst>
                    <a:path w="129730" h="13334" extrusionOk="0">
                      <a:moveTo>
                        <a:pt x="0" y="0"/>
                      </a:moveTo>
                      <a:lnTo>
                        <a:pt x="129730" y="0"/>
                      </a:lnTo>
                      <a:lnTo>
                        <a:pt x="129730"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0" name="Google Shape;1670;p49"/>
                <p:cNvSpPr/>
                <p:nvPr/>
              </p:nvSpPr>
              <p:spPr>
                <a:xfrm>
                  <a:off x="6397656" y="5358384"/>
                  <a:ext cx="129730" cy="13334"/>
                </a:xfrm>
                <a:custGeom>
                  <a:avLst/>
                  <a:gdLst/>
                  <a:ahLst/>
                  <a:cxnLst/>
                  <a:rect l="l" t="t" r="r" b="b"/>
                  <a:pathLst>
                    <a:path w="129730" h="13334" extrusionOk="0">
                      <a:moveTo>
                        <a:pt x="0" y="0"/>
                      </a:moveTo>
                      <a:lnTo>
                        <a:pt x="129730" y="0"/>
                      </a:lnTo>
                      <a:lnTo>
                        <a:pt x="129730"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1" name="Google Shape;1671;p49"/>
                <p:cNvSpPr/>
                <p:nvPr/>
              </p:nvSpPr>
              <p:spPr>
                <a:xfrm>
                  <a:off x="6397656" y="5384768"/>
                  <a:ext cx="86105" cy="13334"/>
                </a:xfrm>
                <a:custGeom>
                  <a:avLst/>
                  <a:gdLst/>
                  <a:ahLst/>
                  <a:cxnLst/>
                  <a:rect l="l" t="t" r="r" b="b"/>
                  <a:pathLst>
                    <a:path w="86105" h="13334" extrusionOk="0">
                      <a:moveTo>
                        <a:pt x="0" y="0"/>
                      </a:moveTo>
                      <a:lnTo>
                        <a:pt x="86106" y="0"/>
                      </a:lnTo>
                      <a:lnTo>
                        <a:pt x="86106"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72" name="Google Shape;1672;p49"/>
              <p:cNvGrpSpPr/>
              <p:nvPr/>
            </p:nvGrpSpPr>
            <p:grpSpPr>
              <a:xfrm>
                <a:off x="6577679" y="5189029"/>
                <a:ext cx="129730" cy="209073"/>
                <a:chOff x="6577679" y="5189029"/>
                <a:chExt cx="129730" cy="209073"/>
              </a:xfrm>
            </p:grpSpPr>
            <p:sp>
              <p:nvSpPr>
                <p:cNvPr id="1673" name="Google Shape;1673;p49"/>
                <p:cNvSpPr/>
                <p:nvPr/>
              </p:nvSpPr>
              <p:spPr>
                <a:xfrm>
                  <a:off x="6577679" y="5189029"/>
                  <a:ext cx="129730" cy="129730"/>
                </a:xfrm>
                <a:custGeom>
                  <a:avLst/>
                  <a:gdLst/>
                  <a:ahLst/>
                  <a:cxnLst/>
                  <a:rect l="l" t="t" r="r" b="b"/>
                  <a:pathLst>
                    <a:path w="129730" h="129730" extrusionOk="0">
                      <a:moveTo>
                        <a:pt x="0" y="0"/>
                      </a:moveTo>
                      <a:lnTo>
                        <a:pt x="129731" y="0"/>
                      </a:lnTo>
                      <a:lnTo>
                        <a:pt x="129731" y="129730"/>
                      </a:lnTo>
                      <a:lnTo>
                        <a:pt x="0" y="12973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4" name="Google Shape;1674;p49"/>
                <p:cNvSpPr/>
                <p:nvPr/>
              </p:nvSpPr>
              <p:spPr>
                <a:xfrm>
                  <a:off x="6577679" y="5331904"/>
                  <a:ext cx="129730" cy="13334"/>
                </a:xfrm>
                <a:custGeom>
                  <a:avLst/>
                  <a:gdLst/>
                  <a:ahLst/>
                  <a:cxnLst/>
                  <a:rect l="l" t="t" r="r" b="b"/>
                  <a:pathLst>
                    <a:path w="129730" h="13334" extrusionOk="0">
                      <a:moveTo>
                        <a:pt x="0" y="0"/>
                      </a:moveTo>
                      <a:lnTo>
                        <a:pt x="129731" y="0"/>
                      </a:lnTo>
                      <a:lnTo>
                        <a:pt x="129731"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5" name="Google Shape;1675;p49"/>
                <p:cNvSpPr/>
                <p:nvPr/>
              </p:nvSpPr>
              <p:spPr>
                <a:xfrm>
                  <a:off x="6577679" y="5358384"/>
                  <a:ext cx="129730" cy="13334"/>
                </a:xfrm>
                <a:custGeom>
                  <a:avLst/>
                  <a:gdLst/>
                  <a:ahLst/>
                  <a:cxnLst/>
                  <a:rect l="l" t="t" r="r" b="b"/>
                  <a:pathLst>
                    <a:path w="129730" h="13334" extrusionOk="0">
                      <a:moveTo>
                        <a:pt x="0" y="0"/>
                      </a:moveTo>
                      <a:lnTo>
                        <a:pt x="129731" y="0"/>
                      </a:lnTo>
                      <a:lnTo>
                        <a:pt x="129731"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6" name="Google Shape;1676;p49"/>
                <p:cNvSpPr/>
                <p:nvPr/>
              </p:nvSpPr>
              <p:spPr>
                <a:xfrm>
                  <a:off x="6577679" y="5384768"/>
                  <a:ext cx="86105" cy="13334"/>
                </a:xfrm>
                <a:custGeom>
                  <a:avLst/>
                  <a:gdLst/>
                  <a:ahLst/>
                  <a:cxnLst/>
                  <a:rect l="l" t="t" r="r" b="b"/>
                  <a:pathLst>
                    <a:path w="86105" h="13334" extrusionOk="0">
                      <a:moveTo>
                        <a:pt x="0" y="0"/>
                      </a:moveTo>
                      <a:lnTo>
                        <a:pt x="86106" y="0"/>
                      </a:lnTo>
                      <a:lnTo>
                        <a:pt x="86106"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77" name="Google Shape;1677;p49"/>
              <p:cNvGrpSpPr/>
              <p:nvPr/>
            </p:nvGrpSpPr>
            <p:grpSpPr>
              <a:xfrm>
                <a:off x="6757701" y="5189029"/>
                <a:ext cx="129730" cy="209073"/>
                <a:chOff x="6757701" y="5189029"/>
                <a:chExt cx="129730" cy="209073"/>
              </a:xfrm>
            </p:grpSpPr>
            <p:sp>
              <p:nvSpPr>
                <p:cNvPr id="1678" name="Google Shape;1678;p49"/>
                <p:cNvSpPr/>
                <p:nvPr/>
              </p:nvSpPr>
              <p:spPr>
                <a:xfrm>
                  <a:off x="6757701" y="5189029"/>
                  <a:ext cx="129730" cy="129730"/>
                </a:xfrm>
                <a:custGeom>
                  <a:avLst/>
                  <a:gdLst/>
                  <a:ahLst/>
                  <a:cxnLst/>
                  <a:rect l="l" t="t" r="r" b="b"/>
                  <a:pathLst>
                    <a:path w="129730" h="129730" extrusionOk="0">
                      <a:moveTo>
                        <a:pt x="0" y="0"/>
                      </a:moveTo>
                      <a:lnTo>
                        <a:pt x="129730" y="0"/>
                      </a:lnTo>
                      <a:lnTo>
                        <a:pt x="129730" y="129730"/>
                      </a:lnTo>
                      <a:lnTo>
                        <a:pt x="0" y="12973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9" name="Google Shape;1679;p49"/>
                <p:cNvSpPr/>
                <p:nvPr/>
              </p:nvSpPr>
              <p:spPr>
                <a:xfrm>
                  <a:off x="6757701" y="5331904"/>
                  <a:ext cx="129730" cy="13334"/>
                </a:xfrm>
                <a:custGeom>
                  <a:avLst/>
                  <a:gdLst/>
                  <a:ahLst/>
                  <a:cxnLst/>
                  <a:rect l="l" t="t" r="r" b="b"/>
                  <a:pathLst>
                    <a:path w="129730" h="13334" extrusionOk="0">
                      <a:moveTo>
                        <a:pt x="0" y="0"/>
                      </a:moveTo>
                      <a:lnTo>
                        <a:pt x="129730" y="0"/>
                      </a:lnTo>
                      <a:lnTo>
                        <a:pt x="129730"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0" name="Google Shape;1680;p49"/>
                <p:cNvSpPr/>
                <p:nvPr/>
              </p:nvSpPr>
              <p:spPr>
                <a:xfrm>
                  <a:off x="6757701" y="5358384"/>
                  <a:ext cx="129730" cy="13334"/>
                </a:xfrm>
                <a:custGeom>
                  <a:avLst/>
                  <a:gdLst/>
                  <a:ahLst/>
                  <a:cxnLst/>
                  <a:rect l="l" t="t" r="r" b="b"/>
                  <a:pathLst>
                    <a:path w="129730" h="13334" extrusionOk="0">
                      <a:moveTo>
                        <a:pt x="0" y="0"/>
                      </a:moveTo>
                      <a:lnTo>
                        <a:pt x="129730" y="0"/>
                      </a:lnTo>
                      <a:lnTo>
                        <a:pt x="129730"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1" name="Google Shape;1681;p49"/>
                <p:cNvSpPr/>
                <p:nvPr/>
              </p:nvSpPr>
              <p:spPr>
                <a:xfrm>
                  <a:off x="6757701" y="5384768"/>
                  <a:ext cx="86105" cy="13334"/>
                </a:xfrm>
                <a:custGeom>
                  <a:avLst/>
                  <a:gdLst/>
                  <a:ahLst/>
                  <a:cxnLst/>
                  <a:rect l="l" t="t" r="r" b="b"/>
                  <a:pathLst>
                    <a:path w="86105" h="13334" extrusionOk="0">
                      <a:moveTo>
                        <a:pt x="0" y="0"/>
                      </a:moveTo>
                      <a:lnTo>
                        <a:pt x="86106" y="0"/>
                      </a:lnTo>
                      <a:lnTo>
                        <a:pt x="86106"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82" name="Google Shape;1682;p49"/>
              <p:cNvGrpSpPr/>
              <p:nvPr/>
            </p:nvGrpSpPr>
            <p:grpSpPr>
              <a:xfrm>
                <a:off x="6937819" y="5189029"/>
                <a:ext cx="129730" cy="209073"/>
                <a:chOff x="6937819" y="5189029"/>
                <a:chExt cx="129730" cy="209073"/>
              </a:xfrm>
            </p:grpSpPr>
            <p:sp>
              <p:nvSpPr>
                <p:cNvPr id="1683" name="Google Shape;1683;p49"/>
                <p:cNvSpPr/>
                <p:nvPr/>
              </p:nvSpPr>
              <p:spPr>
                <a:xfrm>
                  <a:off x="6937819" y="5189029"/>
                  <a:ext cx="129730" cy="129730"/>
                </a:xfrm>
                <a:custGeom>
                  <a:avLst/>
                  <a:gdLst/>
                  <a:ahLst/>
                  <a:cxnLst/>
                  <a:rect l="l" t="t" r="r" b="b"/>
                  <a:pathLst>
                    <a:path w="129730" h="129730" extrusionOk="0">
                      <a:moveTo>
                        <a:pt x="0" y="0"/>
                      </a:moveTo>
                      <a:lnTo>
                        <a:pt x="129731" y="0"/>
                      </a:lnTo>
                      <a:lnTo>
                        <a:pt x="129731" y="129730"/>
                      </a:lnTo>
                      <a:lnTo>
                        <a:pt x="0" y="12973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4" name="Google Shape;1684;p49"/>
                <p:cNvSpPr/>
                <p:nvPr/>
              </p:nvSpPr>
              <p:spPr>
                <a:xfrm>
                  <a:off x="6937819" y="5331904"/>
                  <a:ext cx="129730" cy="13334"/>
                </a:xfrm>
                <a:custGeom>
                  <a:avLst/>
                  <a:gdLst/>
                  <a:ahLst/>
                  <a:cxnLst/>
                  <a:rect l="l" t="t" r="r" b="b"/>
                  <a:pathLst>
                    <a:path w="129730" h="13334" extrusionOk="0">
                      <a:moveTo>
                        <a:pt x="0" y="0"/>
                      </a:moveTo>
                      <a:lnTo>
                        <a:pt x="129731" y="0"/>
                      </a:lnTo>
                      <a:lnTo>
                        <a:pt x="129731"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5" name="Google Shape;1685;p49"/>
                <p:cNvSpPr/>
                <p:nvPr/>
              </p:nvSpPr>
              <p:spPr>
                <a:xfrm>
                  <a:off x="6937819" y="5358384"/>
                  <a:ext cx="129730" cy="13334"/>
                </a:xfrm>
                <a:custGeom>
                  <a:avLst/>
                  <a:gdLst/>
                  <a:ahLst/>
                  <a:cxnLst/>
                  <a:rect l="l" t="t" r="r" b="b"/>
                  <a:pathLst>
                    <a:path w="129730" h="13334" extrusionOk="0">
                      <a:moveTo>
                        <a:pt x="0" y="0"/>
                      </a:moveTo>
                      <a:lnTo>
                        <a:pt x="129731" y="0"/>
                      </a:lnTo>
                      <a:lnTo>
                        <a:pt x="129731"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6" name="Google Shape;1686;p49"/>
                <p:cNvSpPr/>
                <p:nvPr/>
              </p:nvSpPr>
              <p:spPr>
                <a:xfrm>
                  <a:off x="6937819" y="5384768"/>
                  <a:ext cx="86105" cy="13334"/>
                </a:xfrm>
                <a:custGeom>
                  <a:avLst/>
                  <a:gdLst/>
                  <a:ahLst/>
                  <a:cxnLst/>
                  <a:rect l="l" t="t" r="r" b="b"/>
                  <a:pathLst>
                    <a:path w="86105" h="13334" extrusionOk="0">
                      <a:moveTo>
                        <a:pt x="0" y="0"/>
                      </a:moveTo>
                      <a:lnTo>
                        <a:pt x="86106" y="0"/>
                      </a:lnTo>
                      <a:lnTo>
                        <a:pt x="86106"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87" name="Google Shape;1687;p49"/>
              <p:cNvGrpSpPr/>
              <p:nvPr/>
            </p:nvGrpSpPr>
            <p:grpSpPr>
              <a:xfrm>
                <a:off x="7117842" y="5189029"/>
                <a:ext cx="129730" cy="209073"/>
                <a:chOff x="7117842" y="5189029"/>
                <a:chExt cx="129730" cy="209073"/>
              </a:xfrm>
            </p:grpSpPr>
            <p:sp>
              <p:nvSpPr>
                <p:cNvPr id="1688" name="Google Shape;1688;p49"/>
                <p:cNvSpPr/>
                <p:nvPr/>
              </p:nvSpPr>
              <p:spPr>
                <a:xfrm>
                  <a:off x="7117842" y="5189029"/>
                  <a:ext cx="129730" cy="129730"/>
                </a:xfrm>
                <a:custGeom>
                  <a:avLst/>
                  <a:gdLst/>
                  <a:ahLst/>
                  <a:cxnLst/>
                  <a:rect l="l" t="t" r="r" b="b"/>
                  <a:pathLst>
                    <a:path w="129730" h="129730" extrusionOk="0">
                      <a:moveTo>
                        <a:pt x="0" y="0"/>
                      </a:moveTo>
                      <a:lnTo>
                        <a:pt x="129731" y="0"/>
                      </a:lnTo>
                      <a:lnTo>
                        <a:pt x="129731" y="129730"/>
                      </a:lnTo>
                      <a:lnTo>
                        <a:pt x="0" y="12973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9" name="Google Shape;1689;p49"/>
                <p:cNvSpPr/>
                <p:nvPr/>
              </p:nvSpPr>
              <p:spPr>
                <a:xfrm>
                  <a:off x="7117842" y="5331904"/>
                  <a:ext cx="129730" cy="13334"/>
                </a:xfrm>
                <a:custGeom>
                  <a:avLst/>
                  <a:gdLst/>
                  <a:ahLst/>
                  <a:cxnLst/>
                  <a:rect l="l" t="t" r="r" b="b"/>
                  <a:pathLst>
                    <a:path w="129730" h="13334" extrusionOk="0">
                      <a:moveTo>
                        <a:pt x="0" y="0"/>
                      </a:moveTo>
                      <a:lnTo>
                        <a:pt x="129731" y="0"/>
                      </a:lnTo>
                      <a:lnTo>
                        <a:pt x="129731"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0" name="Google Shape;1690;p49"/>
                <p:cNvSpPr/>
                <p:nvPr/>
              </p:nvSpPr>
              <p:spPr>
                <a:xfrm>
                  <a:off x="7117842" y="5358384"/>
                  <a:ext cx="129730" cy="13334"/>
                </a:xfrm>
                <a:custGeom>
                  <a:avLst/>
                  <a:gdLst/>
                  <a:ahLst/>
                  <a:cxnLst/>
                  <a:rect l="l" t="t" r="r" b="b"/>
                  <a:pathLst>
                    <a:path w="129730" h="13334" extrusionOk="0">
                      <a:moveTo>
                        <a:pt x="0" y="0"/>
                      </a:moveTo>
                      <a:lnTo>
                        <a:pt x="129731" y="0"/>
                      </a:lnTo>
                      <a:lnTo>
                        <a:pt x="129731"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1" name="Google Shape;1691;p49"/>
                <p:cNvSpPr/>
                <p:nvPr/>
              </p:nvSpPr>
              <p:spPr>
                <a:xfrm>
                  <a:off x="7117842" y="5384768"/>
                  <a:ext cx="86105" cy="13334"/>
                </a:xfrm>
                <a:custGeom>
                  <a:avLst/>
                  <a:gdLst/>
                  <a:ahLst/>
                  <a:cxnLst/>
                  <a:rect l="l" t="t" r="r" b="b"/>
                  <a:pathLst>
                    <a:path w="86105" h="13334" extrusionOk="0">
                      <a:moveTo>
                        <a:pt x="0" y="0"/>
                      </a:moveTo>
                      <a:lnTo>
                        <a:pt x="86106" y="0"/>
                      </a:lnTo>
                      <a:lnTo>
                        <a:pt x="86106" y="13335"/>
                      </a:lnTo>
                      <a:lnTo>
                        <a:pt x="0" y="1333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692" name="Google Shape;1692;p49"/>
            <p:cNvGrpSpPr/>
            <p:nvPr/>
          </p:nvGrpSpPr>
          <p:grpSpPr>
            <a:xfrm>
              <a:off x="6881058" y="362653"/>
              <a:ext cx="1008703" cy="82735"/>
              <a:chOff x="6037516" y="4427791"/>
              <a:chExt cx="1210056" cy="99250"/>
            </a:xfrm>
          </p:grpSpPr>
          <p:sp>
            <p:nvSpPr>
              <p:cNvPr id="1693" name="Google Shape;1693;p49"/>
              <p:cNvSpPr/>
              <p:nvPr/>
            </p:nvSpPr>
            <p:spPr>
              <a:xfrm>
                <a:off x="6037516" y="4427791"/>
                <a:ext cx="49625" cy="99250"/>
              </a:xfrm>
              <a:custGeom>
                <a:avLst/>
                <a:gdLst/>
                <a:ahLst/>
                <a:cxnLst/>
                <a:rect l="l" t="t" r="r" b="b"/>
                <a:pathLst>
                  <a:path w="49625" h="99250" extrusionOk="0">
                    <a:moveTo>
                      <a:pt x="0" y="49625"/>
                    </a:moveTo>
                    <a:lnTo>
                      <a:pt x="49625" y="99251"/>
                    </a:lnTo>
                    <a:lnTo>
                      <a:pt x="49625" y="0"/>
                    </a:lnTo>
                    <a:lnTo>
                      <a:pt x="0" y="496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4" name="Google Shape;1694;p49"/>
              <p:cNvSpPr/>
              <p:nvPr/>
            </p:nvSpPr>
            <p:spPr>
              <a:xfrm>
                <a:off x="7197947" y="4427791"/>
                <a:ext cx="49625" cy="99250"/>
              </a:xfrm>
              <a:custGeom>
                <a:avLst/>
                <a:gdLst/>
                <a:ahLst/>
                <a:cxnLst/>
                <a:rect l="l" t="t" r="r" b="b"/>
                <a:pathLst>
                  <a:path w="49625" h="99250" extrusionOk="0">
                    <a:moveTo>
                      <a:pt x="0" y="0"/>
                    </a:moveTo>
                    <a:lnTo>
                      <a:pt x="0" y="99251"/>
                    </a:lnTo>
                    <a:lnTo>
                      <a:pt x="49625" y="49625"/>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695" name="Google Shape;1695;p49"/>
            <p:cNvGrpSpPr/>
            <p:nvPr/>
          </p:nvGrpSpPr>
          <p:grpSpPr>
            <a:xfrm>
              <a:off x="7310455" y="587674"/>
              <a:ext cx="145302" cy="15086"/>
              <a:chOff x="6552628" y="4697730"/>
              <a:chExt cx="174307" cy="18097"/>
            </a:xfrm>
          </p:grpSpPr>
          <p:sp>
            <p:nvSpPr>
              <p:cNvPr id="1696" name="Google Shape;1696;p49"/>
              <p:cNvSpPr/>
              <p:nvPr/>
            </p:nvSpPr>
            <p:spPr>
              <a:xfrm>
                <a:off x="6552628" y="4697730"/>
                <a:ext cx="18097" cy="18097"/>
              </a:xfrm>
              <a:custGeom>
                <a:avLst/>
                <a:gdLst/>
                <a:ahLst/>
                <a:cxnLst/>
                <a:rect l="l" t="t" r="r" b="b"/>
                <a:pathLst>
                  <a:path w="18097" h="18097" extrusionOk="0">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7" name="Google Shape;1697;p49"/>
              <p:cNvSpPr/>
              <p:nvPr/>
            </p:nvSpPr>
            <p:spPr>
              <a:xfrm>
                <a:off x="65916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8" name="Google Shape;1698;p49"/>
              <p:cNvSpPr/>
              <p:nvPr/>
            </p:nvSpPr>
            <p:spPr>
              <a:xfrm>
                <a:off x="6630733" y="4697730"/>
                <a:ext cx="18097" cy="18097"/>
              </a:xfrm>
              <a:custGeom>
                <a:avLst/>
                <a:gdLst/>
                <a:ahLst/>
                <a:cxnLst/>
                <a:rect l="l" t="t" r="r" b="b"/>
                <a:pathLst>
                  <a:path w="18097" h="18097" extrusionOk="0">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9" name="Google Shape;1699;p49"/>
              <p:cNvSpPr/>
              <p:nvPr/>
            </p:nvSpPr>
            <p:spPr>
              <a:xfrm>
                <a:off x="6669881" y="4697730"/>
                <a:ext cx="18097" cy="18097"/>
              </a:xfrm>
              <a:custGeom>
                <a:avLst/>
                <a:gdLst/>
                <a:ahLst/>
                <a:cxnLst/>
                <a:rect l="l" t="t" r="r" b="b"/>
                <a:pathLst>
                  <a:path w="18097" h="18097" extrusionOk="0">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0" name="Google Shape;1700;p49"/>
              <p:cNvSpPr/>
              <p:nvPr/>
            </p:nvSpPr>
            <p:spPr>
              <a:xfrm>
                <a:off x="6708838" y="4697730"/>
                <a:ext cx="18097" cy="18097"/>
              </a:xfrm>
              <a:custGeom>
                <a:avLst/>
                <a:gdLst/>
                <a:ahLst/>
                <a:cxnLst/>
                <a:rect l="l" t="t" r="r" b="b"/>
                <a:pathLst>
                  <a:path w="18097" h="18097" extrusionOk="0">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01" name="Google Shape;1701;p49"/>
            <p:cNvSpPr/>
            <p:nvPr/>
          </p:nvSpPr>
          <p:spPr>
            <a:xfrm>
              <a:off x="6881058" y="1223512"/>
              <a:ext cx="1007371" cy="7930"/>
            </a:xfrm>
            <a:custGeom>
              <a:avLst/>
              <a:gdLst/>
              <a:ahLst/>
              <a:cxnLst/>
              <a:rect l="l" t="t" r="r" b="b"/>
              <a:pathLst>
                <a:path w="1210055" h="9525" extrusionOk="0">
                  <a:moveTo>
                    <a:pt x="0" y="0"/>
                  </a:moveTo>
                  <a:lnTo>
                    <a:pt x="1210056" y="0"/>
                  </a:lnTo>
                </a:path>
              </a:pathLst>
            </a:custGeom>
            <a:solidFill>
              <a:schemeClr val="lt1"/>
            </a:solidFill>
            <a:ln w="17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2" name="Google Shape;1702;p49"/>
            <p:cNvSpPr/>
            <p:nvPr/>
          </p:nvSpPr>
          <p:spPr>
            <a:xfrm>
              <a:off x="6881058" y="953709"/>
              <a:ext cx="1007371" cy="7930"/>
            </a:xfrm>
            <a:custGeom>
              <a:avLst/>
              <a:gdLst/>
              <a:ahLst/>
              <a:cxnLst/>
              <a:rect l="l" t="t" r="r" b="b"/>
              <a:pathLst>
                <a:path w="1210055" h="9525" extrusionOk="0">
                  <a:moveTo>
                    <a:pt x="0" y="0"/>
                  </a:moveTo>
                  <a:lnTo>
                    <a:pt x="1210056" y="0"/>
                  </a:lnTo>
                </a:path>
              </a:pathLst>
            </a:custGeom>
            <a:solidFill>
              <a:schemeClr val="lt1"/>
            </a:solidFill>
            <a:ln w="17525"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03" name="Google Shape;1703;p49"/>
            <p:cNvGrpSpPr/>
            <p:nvPr/>
          </p:nvGrpSpPr>
          <p:grpSpPr>
            <a:xfrm>
              <a:off x="6881058" y="1279728"/>
              <a:ext cx="1008703" cy="108778"/>
              <a:chOff x="6037516" y="5527929"/>
              <a:chExt cx="1210056" cy="130492"/>
            </a:xfrm>
          </p:grpSpPr>
          <p:sp>
            <p:nvSpPr>
              <p:cNvPr id="1704" name="Google Shape;1704;p49"/>
              <p:cNvSpPr/>
              <p:nvPr/>
            </p:nvSpPr>
            <p:spPr>
              <a:xfrm>
                <a:off x="6037516" y="5527929"/>
                <a:ext cx="554259" cy="130492"/>
              </a:xfrm>
              <a:custGeom>
                <a:avLst/>
                <a:gdLst/>
                <a:ahLst/>
                <a:cxnLst/>
                <a:rect l="l" t="t" r="r" b="b"/>
                <a:pathLst>
                  <a:path w="554259" h="130492" extrusionOk="0">
                    <a:moveTo>
                      <a:pt x="0" y="0"/>
                    </a:moveTo>
                    <a:lnTo>
                      <a:pt x="554260" y="0"/>
                    </a:lnTo>
                    <a:lnTo>
                      <a:pt x="554260" y="130492"/>
                    </a:lnTo>
                    <a:lnTo>
                      <a:pt x="0" y="13049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5" name="Google Shape;1705;p49"/>
              <p:cNvSpPr/>
              <p:nvPr/>
            </p:nvSpPr>
            <p:spPr>
              <a:xfrm>
                <a:off x="6678930" y="5527929"/>
                <a:ext cx="568642" cy="130492"/>
              </a:xfrm>
              <a:custGeom>
                <a:avLst/>
                <a:gdLst/>
                <a:ahLst/>
                <a:cxnLst/>
                <a:rect l="l" t="t" r="r" b="b"/>
                <a:pathLst>
                  <a:path w="568642" h="130492" extrusionOk="0">
                    <a:moveTo>
                      <a:pt x="0" y="0"/>
                    </a:moveTo>
                    <a:lnTo>
                      <a:pt x="568643" y="0"/>
                    </a:lnTo>
                    <a:lnTo>
                      <a:pt x="568643" y="130492"/>
                    </a:lnTo>
                    <a:lnTo>
                      <a:pt x="0" y="13049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06" name="Google Shape;1706;p49"/>
            <p:cNvGrpSpPr/>
            <p:nvPr/>
          </p:nvGrpSpPr>
          <p:grpSpPr>
            <a:xfrm>
              <a:off x="6881058" y="1416455"/>
              <a:ext cx="1008703" cy="108778"/>
              <a:chOff x="6037516" y="5691949"/>
              <a:chExt cx="1210056" cy="130492"/>
            </a:xfrm>
          </p:grpSpPr>
          <p:sp>
            <p:nvSpPr>
              <p:cNvPr id="1707" name="Google Shape;1707;p49"/>
              <p:cNvSpPr/>
              <p:nvPr/>
            </p:nvSpPr>
            <p:spPr>
              <a:xfrm>
                <a:off x="6037516" y="5691949"/>
                <a:ext cx="554259" cy="130492"/>
              </a:xfrm>
              <a:custGeom>
                <a:avLst/>
                <a:gdLst/>
                <a:ahLst/>
                <a:cxnLst/>
                <a:rect l="l" t="t" r="r" b="b"/>
                <a:pathLst>
                  <a:path w="554259" h="130492" extrusionOk="0">
                    <a:moveTo>
                      <a:pt x="0" y="0"/>
                    </a:moveTo>
                    <a:lnTo>
                      <a:pt x="554260" y="0"/>
                    </a:lnTo>
                    <a:lnTo>
                      <a:pt x="554260" y="130493"/>
                    </a:lnTo>
                    <a:lnTo>
                      <a:pt x="0" y="13049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8" name="Google Shape;1708;p49"/>
              <p:cNvSpPr/>
              <p:nvPr/>
            </p:nvSpPr>
            <p:spPr>
              <a:xfrm>
                <a:off x="6678930" y="5691949"/>
                <a:ext cx="568642" cy="130492"/>
              </a:xfrm>
              <a:custGeom>
                <a:avLst/>
                <a:gdLst/>
                <a:ahLst/>
                <a:cxnLst/>
                <a:rect l="l" t="t" r="r" b="b"/>
                <a:pathLst>
                  <a:path w="568642" h="130492" extrusionOk="0">
                    <a:moveTo>
                      <a:pt x="0" y="0"/>
                    </a:moveTo>
                    <a:lnTo>
                      <a:pt x="568643" y="0"/>
                    </a:lnTo>
                    <a:lnTo>
                      <a:pt x="568643" y="130493"/>
                    </a:lnTo>
                    <a:lnTo>
                      <a:pt x="0" y="13049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09" name="Google Shape;1709;p49"/>
          <p:cNvGrpSpPr/>
          <p:nvPr/>
        </p:nvGrpSpPr>
        <p:grpSpPr>
          <a:xfrm>
            <a:off x="3850155" y="3557777"/>
            <a:ext cx="1274019" cy="400438"/>
            <a:chOff x="3513442" y="3605564"/>
            <a:chExt cx="1274019" cy="400438"/>
          </a:xfrm>
        </p:grpSpPr>
        <p:sp>
          <p:nvSpPr>
            <p:cNvPr id="1710" name="Google Shape;1710;p49"/>
            <p:cNvSpPr/>
            <p:nvPr/>
          </p:nvSpPr>
          <p:spPr>
            <a:xfrm>
              <a:off x="3513442" y="3605564"/>
              <a:ext cx="1274019" cy="400438"/>
            </a:xfrm>
            <a:custGeom>
              <a:avLst/>
              <a:gdLst/>
              <a:ahLst/>
              <a:cxnLst/>
              <a:rect l="l" t="t" r="r" b="b"/>
              <a:pathLst>
                <a:path w="1512189" h="475297" extrusionOk="0">
                  <a:moveTo>
                    <a:pt x="1274540" y="475297"/>
                  </a:moveTo>
                  <a:lnTo>
                    <a:pt x="237649" y="475297"/>
                  </a:lnTo>
                  <a:cubicBezTo>
                    <a:pt x="106966" y="475297"/>
                    <a:pt x="0" y="368332"/>
                    <a:pt x="0" y="237648"/>
                  </a:cubicBezTo>
                  <a:lnTo>
                    <a:pt x="0" y="237648"/>
                  </a:lnTo>
                  <a:cubicBezTo>
                    <a:pt x="0" y="106966"/>
                    <a:pt x="106966" y="0"/>
                    <a:pt x="237649" y="0"/>
                  </a:cubicBezTo>
                  <a:lnTo>
                    <a:pt x="1274540" y="0"/>
                  </a:lnTo>
                  <a:cubicBezTo>
                    <a:pt x="1405224" y="0"/>
                    <a:pt x="1512189" y="106966"/>
                    <a:pt x="1512189" y="237648"/>
                  </a:cubicBezTo>
                  <a:lnTo>
                    <a:pt x="1512189" y="237648"/>
                  </a:lnTo>
                  <a:cubicBezTo>
                    <a:pt x="1512189" y="368332"/>
                    <a:pt x="1405224" y="475297"/>
                    <a:pt x="1274540" y="47529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11" name="Google Shape;1711;p49"/>
            <p:cNvGrpSpPr/>
            <p:nvPr/>
          </p:nvGrpSpPr>
          <p:grpSpPr>
            <a:xfrm>
              <a:off x="3682097" y="3678217"/>
              <a:ext cx="845361" cy="231656"/>
              <a:chOff x="5146631" y="6094907"/>
              <a:chExt cx="1004708" cy="275322"/>
            </a:xfrm>
          </p:grpSpPr>
          <p:grpSp>
            <p:nvGrpSpPr>
              <p:cNvPr id="1712" name="Google Shape;1712;p49"/>
              <p:cNvGrpSpPr/>
              <p:nvPr/>
            </p:nvGrpSpPr>
            <p:grpSpPr>
              <a:xfrm>
                <a:off x="5146631" y="6094907"/>
                <a:ext cx="606553" cy="275322"/>
                <a:chOff x="5146631" y="6094907"/>
                <a:chExt cx="606553" cy="275322"/>
              </a:xfrm>
            </p:grpSpPr>
            <p:grpSp>
              <p:nvGrpSpPr>
                <p:cNvPr id="1713" name="Google Shape;1713;p49"/>
                <p:cNvGrpSpPr/>
                <p:nvPr/>
              </p:nvGrpSpPr>
              <p:grpSpPr>
                <a:xfrm>
                  <a:off x="5489162" y="6099249"/>
                  <a:ext cx="264022" cy="264022"/>
                  <a:chOff x="5489162" y="6099249"/>
                  <a:chExt cx="264022" cy="264022"/>
                </a:xfrm>
              </p:grpSpPr>
              <p:sp>
                <p:nvSpPr>
                  <p:cNvPr id="1714" name="Google Shape;1714;p49"/>
                  <p:cNvSpPr/>
                  <p:nvPr/>
                </p:nvSpPr>
                <p:spPr>
                  <a:xfrm>
                    <a:off x="5489162" y="6244495"/>
                    <a:ext cx="118776" cy="118776"/>
                  </a:xfrm>
                  <a:custGeom>
                    <a:avLst/>
                    <a:gdLst/>
                    <a:ahLst/>
                    <a:cxnLst/>
                    <a:rect l="l" t="t" r="r" b="b"/>
                    <a:pathLst>
                      <a:path w="118776" h="118776" extrusionOk="0">
                        <a:moveTo>
                          <a:pt x="46482" y="86677"/>
                        </a:moveTo>
                        <a:lnTo>
                          <a:pt x="118777" y="14478"/>
                        </a:lnTo>
                        <a:lnTo>
                          <a:pt x="104299" y="0"/>
                        </a:lnTo>
                        <a:lnTo>
                          <a:pt x="32099" y="72199"/>
                        </a:lnTo>
                        <a:lnTo>
                          <a:pt x="17621" y="80296"/>
                        </a:lnTo>
                        <a:lnTo>
                          <a:pt x="0" y="107537"/>
                        </a:lnTo>
                        <a:lnTo>
                          <a:pt x="11239" y="118776"/>
                        </a:lnTo>
                        <a:lnTo>
                          <a:pt x="38481" y="101155"/>
                        </a:lnTo>
                        <a:lnTo>
                          <a:pt x="46482" y="8667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5" name="Google Shape;1715;p49"/>
                  <p:cNvSpPr/>
                  <p:nvPr/>
                </p:nvSpPr>
                <p:spPr>
                  <a:xfrm>
                    <a:off x="5571077" y="6099249"/>
                    <a:ext cx="182107" cy="182107"/>
                  </a:xfrm>
                  <a:custGeom>
                    <a:avLst/>
                    <a:gdLst/>
                    <a:ahLst/>
                    <a:cxnLst/>
                    <a:rect l="l" t="t" r="r" b="b"/>
                    <a:pathLst>
                      <a:path w="182107" h="182107" extrusionOk="0">
                        <a:moveTo>
                          <a:pt x="101822" y="152484"/>
                        </a:moveTo>
                        <a:lnTo>
                          <a:pt x="176022" y="78285"/>
                        </a:lnTo>
                        <a:cubicBezTo>
                          <a:pt x="178117" y="76189"/>
                          <a:pt x="179641" y="73522"/>
                          <a:pt x="180308" y="70665"/>
                        </a:cubicBezTo>
                        <a:cubicBezTo>
                          <a:pt x="182689" y="60664"/>
                          <a:pt x="186118" y="37803"/>
                          <a:pt x="165259" y="16848"/>
                        </a:cubicBezTo>
                        <a:cubicBezTo>
                          <a:pt x="144399" y="-4011"/>
                          <a:pt x="121444" y="-582"/>
                          <a:pt x="111442" y="1799"/>
                        </a:cubicBezTo>
                        <a:cubicBezTo>
                          <a:pt x="108585" y="2465"/>
                          <a:pt x="105918" y="3990"/>
                          <a:pt x="103822" y="6085"/>
                        </a:cubicBezTo>
                        <a:lnTo>
                          <a:pt x="29623" y="80285"/>
                        </a:lnTo>
                        <a:cubicBezTo>
                          <a:pt x="41148" y="91810"/>
                          <a:pt x="41148" y="110479"/>
                          <a:pt x="29623" y="122005"/>
                        </a:cubicBezTo>
                        <a:lnTo>
                          <a:pt x="23241" y="128386"/>
                        </a:lnTo>
                        <a:lnTo>
                          <a:pt x="12001" y="117147"/>
                        </a:lnTo>
                        <a:lnTo>
                          <a:pt x="0" y="129148"/>
                        </a:lnTo>
                        <a:lnTo>
                          <a:pt x="52959" y="182107"/>
                        </a:lnTo>
                        <a:lnTo>
                          <a:pt x="64960" y="170106"/>
                        </a:lnTo>
                        <a:lnTo>
                          <a:pt x="53721" y="158866"/>
                        </a:lnTo>
                        <a:lnTo>
                          <a:pt x="60103" y="152484"/>
                        </a:lnTo>
                        <a:cubicBezTo>
                          <a:pt x="71628" y="140959"/>
                          <a:pt x="90297" y="140959"/>
                          <a:pt x="101822" y="1524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16" name="Google Shape;1716;p49"/>
                <p:cNvGrpSpPr/>
                <p:nvPr/>
              </p:nvGrpSpPr>
              <p:grpSpPr>
                <a:xfrm>
                  <a:off x="5146631" y="6094907"/>
                  <a:ext cx="275536" cy="275322"/>
                  <a:chOff x="5146631" y="6094907"/>
                  <a:chExt cx="275536" cy="275322"/>
                </a:xfrm>
              </p:grpSpPr>
              <p:sp>
                <p:nvSpPr>
                  <p:cNvPr id="1717" name="Google Shape;1717;p49"/>
                  <p:cNvSpPr/>
                  <p:nvPr/>
                </p:nvSpPr>
                <p:spPr>
                  <a:xfrm>
                    <a:off x="5146631" y="6094907"/>
                    <a:ext cx="275536" cy="275322"/>
                  </a:xfrm>
                  <a:custGeom>
                    <a:avLst/>
                    <a:gdLst/>
                    <a:ahLst/>
                    <a:cxnLst/>
                    <a:rect l="l" t="t" r="r" b="b"/>
                    <a:pathLst>
                      <a:path w="275536" h="275322" extrusionOk="0">
                        <a:moveTo>
                          <a:pt x="113835" y="201498"/>
                        </a:moveTo>
                        <a:lnTo>
                          <a:pt x="201560" y="113773"/>
                        </a:lnTo>
                        <a:cubicBezTo>
                          <a:pt x="206799" y="108534"/>
                          <a:pt x="214038" y="105772"/>
                          <a:pt x="221563" y="105962"/>
                        </a:cubicBezTo>
                        <a:cubicBezTo>
                          <a:pt x="235469" y="106248"/>
                          <a:pt x="249471" y="101105"/>
                          <a:pt x="260044" y="90437"/>
                        </a:cubicBezTo>
                        <a:cubicBezTo>
                          <a:pt x="274141" y="76340"/>
                          <a:pt x="278617" y="56147"/>
                          <a:pt x="273474" y="38240"/>
                        </a:cubicBezTo>
                        <a:lnTo>
                          <a:pt x="247375" y="64338"/>
                        </a:lnTo>
                        <a:lnTo>
                          <a:pt x="218610" y="56623"/>
                        </a:lnTo>
                        <a:lnTo>
                          <a:pt x="210895" y="27857"/>
                        </a:lnTo>
                        <a:lnTo>
                          <a:pt x="236803" y="1950"/>
                        </a:lnTo>
                        <a:cubicBezTo>
                          <a:pt x="218991" y="-3004"/>
                          <a:pt x="199084" y="1473"/>
                          <a:pt x="185082" y="15475"/>
                        </a:cubicBezTo>
                        <a:cubicBezTo>
                          <a:pt x="174509" y="26048"/>
                          <a:pt x="169271" y="40050"/>
                          <a:pt x="169556" y="53956"/>
                        </a:cubicBezTo>
                        <a:cubicBezTo>
                          <a:pt x="169747" y="61386"/>
                          <a:pt x="166984" y="68625"/>
                          <a:pt x="161746" y="73959"/>
                        </a:cubicBezTo>
                        <a:lnTo>
                          <a:pt x="74021" y="161683"/>
                        </a:lnTo>
                        <a:cubicBezTo>
                          <a:pt x="68782" y="166922"/>
                          <a:pt x="61543" y="169685"/>
                          <a:pt x="54018" y="169494"/>
                        </a:cubicBezTo>
                        <a:cubicBezTo>
                          <a:pt x="40112" y="169209"/>
                          <a:pt x="26110" y="174352"/>
                          <a:pt x="15537" y="185020"/>
                        </a:cubicBezTo>
                        <a:cubicBezTo>
                          <a:pt x="-5989" y="206546"/>
                          <a:pt x="-5132" y="241884"/>
                          <a:pt x="18014" y="262267"/>
                        </a:cubicBezTo>
                        <a:cubicBezTo>
                          <a:pt x="38207" y="280079"/>
                          <a:pt x="69258" y="279603"/>
                          <a:pt x="88975" y="261220"/>
                        </a:cubicBezTo>
                        <a:cubicBezTo>
                          <a:pt x="100691" y="250361"/>
                          <a:pt x="106310" y="235502"/>
                          <a:pt x="105834" y="220834"/>
                        </a:cubicBezTo>
                        <a:cubicBezTo>
                          <a:pt x="105644" y="213595"/>
                          <a:pt x="108501" y="206546"/>
                          <a:pt x="113645" y="201403"/>
                        </a:cubicBezTo>
                        <a:close/>
                        <a:moveTo>
                          <a:pt x="46779" y="244837"/>
                        </a:moveTo>
                        <a:lnTo>
                          <a:pt x="30301" y="228358"/>
                        </a:lnTo>
                        <a:lnTo>
                          <a:pt x="36302" y="205880"/>
                        </a:lnTo>
                        <a:lnTo>
                          <a:pt x="58781" y="199879"/>
                        </a:lnTo>
                        <a:lnTo>
                          <a:pt x="75259" y="216357"/>
                        </a:lnTo>
                        <a:lnTo>
                          <a:pt x="69258" y="238836"/>
                        </a:lnTo>
                        <a:lnTo>
                          <a:pt x="46779" y="24483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8" name="Google Shape;1718;p49"/>
                  <p:cNvSpPr/>
                  <p:nvPr/>
                </p:nvSpPr>
                <p:spPr>
                  <a:xfrm>
                    <a:off x="5260276" y="6213157"/>
                    <a:ext cx="43719" cy="43719"/>
                  </a:xfrm>
                  <a:custGeom>
                    <a:avLst/>
                    <a:gdLst/>
                    <a:ahLst/>
                    <a:cxnLst/>
                    <a:rect l="l" t="t" r="r" b="b"/>
                    <a:pathLst>
                      <a:path w="43719" h="43719" extrusionOk="0">
                        <a:moveTo>
                          <a:pt x="2286" y="41434"/>
                        </a:moveTo>
                        <a:lnTo>
                          <a:pt x="2286" y="41434"/>
                        </a:lnTo>
                        <a:cubicBezTo>
                          <a:pt x="-762" y="38386"/>
                          <a:pt x="-762" y="33433"/>
                          <a:pt x="2286" y="30385"/>
                        </a:cubicBezTo>
                        <a:lnTo>
                          <a:pt x="30385" y="2286"/>
                        </a:lnTo>
                        <a:cubicBezTo>
                          <a:pt x="33433" y="-762"/>
                          <a:pt x="38386" y="-762"/>
                          <a:pt x="41434" y="2286"/>
                        </a:cubicBezTo>
                        <a:lnTo>
                          <a:pt x="41434" y="2286"/>
                        </a:lnTo>
                        <a:cubicBezTo>
                          <a:pt x="44482" y="5334"/>
                          <a:pt x="44482" y="10287"/>
                          <a:pt x="41434" y="13335"/>
                        </a:cubicBezTo>
                        <a:lnTo>
                          <a:pt x="13335" y="41434"/>
                        </a:lnTo>
                        <a:cubicBezTo>
                          <a:pt x="10287" y="44482"/>
                          <a:pt x="5334" y="44482"/>
                          <a:pt x="2286" y="4143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19" name="Google Shape;1719;p49"/>
              <p:cNvGrpSpPr/>
              <p:nvPr/>
            </p:nvGrpSpPr>
            <p:grpSpPr>
              <a:xfrm>
                <a:off x="5861113" y="6111239"/>
                <a:ext cx="290226" cy="238506"/>
                <a:chOff x="5861113" y="6111239"/>
                <a:chExt cx="290226" cy="238506"/>
              </a:xfrm>
            </p:grpSpPr>
            <p:sp>
              <p:nvSpPr>
                <p:cNvPr id="1720" name="Google Shape;1720;p49"/>
                <p:cNvSpPr/>
                <p:nvPr/>
              </p:nvSpPr>
              <p:spPr>
                <a:xfrm>
                  <a:off x="5861113" y="6111239"/>
                  <a:ext cx="197929" cy="198025"/>
                </a:xfrm>
                <a:custGeom>
                  <a:avLst/>
                  <a:gdLst/>
                  <a:ahLst/>
                  <a:cxnLst/>
                  <a:rect l="l" t="t" r="r" b="b"/>
                  <a:pathLst>
                    <a:path w="197929" h="198025" extrusionOk="0">
                      <a:moveTo>
                        <a:pt x="196215" y="117443"/>
                      </a:moveTo>
                      <a:cubicBezTo>
                        <a:pt x="197358" y="111443"/>
                        <a:pt x="197929" y="105346"/>
                        <a:pt x="197929" y="98965"/>
                      </a:cubicBezTo>
                      <a:cubicBezTo>
                        <a:pt x="197929" y="92583"/>
                        <a:pt x="197358" y="86487"/>
                        <a:pt x="196215" y="80486"/>
                      </a:cubicBezTo>
                      <a:lnTo>
                        <a:pt x="164116" y="80486"/>
                      </a:lnTo>
                      <a:cubicBezTo>
                        <a:pt x="162687" y="75343"/>
                        <a:pt x="160592" y="70485"/>
                        <a:pt x="158115" y="65913"/>
                      </a:cubicBezTo>
                      <a:lnTo>
                        <a:pt x="180785" y="43244"/>
                      </a:lnTo>
                      <a:cubicBezTo>
                        <a:pt x="173832" y="32957"/>
                        <a:pt x="164973" y="24099"/>
                        <a:pt x="154686" y="17145"/>
                      </a:cubicBezTo>
                      <a:lnTo>
                        <a:pt x="132017" y="39815"/>
                      </a:lnTo>
                      <a:cubicBezTo>
                        <a:pt x="127445" y="37243"/>
                        <a:pt x="122587" y="35243"/>
                        <a:pt x="117443" y="33814"/>
                      </a:cubicBezTo>
                      <a:lnTo>
                        <a:pt x="117443" y="1715"/>
                      </a:lnTo>
                      <a:cubicBezTo>
                        <a:pt x="111443" y="571"/>
                        <a:pt x="105346" y="0"/>
                        <a:pt x="98965" y="0"/>
                      </a:cubicBezTo>
                      <a:cubicBezTo>
                        <a:pt x="92583" y="0"/>
                        <a:pt x="86487" y="571"/>
                        <a:pt x="80486" y="1715"/>
                      </a:cubicBezTo>
                      <a:lnTo>
                        <a:pt x="80486" y="33814"/>
                      </a:lnTo>
                      <a:cubicBezTo>
                        <a:pt x="75343" y="35243"/>
                        <a:pt x="70485" y="37338"/>
                        <a:pt x="65913" y="39815"/>
                      </a:cubicBezTo>
                      <a:lnTo>
                        <a:pt x="43244" y="17145"/>
                      </a:lnTo>
                      <a:cubicBezTo>
                        <a:pt x="32956" y="24099"/>
                        <a:pt x="24098" y="33052"/>
                        <a:pt x="17145" y="43244"/>
                      </a:cubicBezTo>
                      <a:lnTo>
                        <a:pt x="39814" y="65913"/>
                      </a:lnTo>
                      <a:cubicBezTo>
                        <a:pt x="37243" y="70485"/>
                        <a:pt x="35243" y="75343"/>
                        <a:pt x="33814" y="80486"/>
                      </a:cubicBezTo>
                      <a:lnTo>
                        <a:pt x="1714" y="80486"/>
                      </a:lnTo>
                      <a:cubicBezTo>
                        <a:pt x="571" y="86487"/>
                        <a:pt x="0" y="92679"/>
                        <a:pt x="0" y="98965"/>
                      </a:cubicBezTo>
                      <a:cubicBezTo>
                        <a:pt x="0" y="105252"/>
                        <a:pt x="571" y="111443"/>
                        <a:pt x="1714" y="117443"/>
                      </a:cubicBezTo>
                      <a:lnTo>
                        <a:pt x="33814" y="117443"/>
                      </a:lnTo>
                      <a:cubicBezTo>
                        <a:pt x="35243" y="122587"/>
                        <a:pt x="37338" y="127445"/>
                        <a:pt x="39814" y="132017"/>
                      </a:cubicBezTo>
                      <a:lnTo>
                        <a:pt x="17145" y="154686"/>
                      </a:lnTo>
                      <a:cubicBezTo>
                        <a:pt x="24098" y="164973"/>
                        <a:pt x="32956" y="173831"/>
                        <a:pt x="43244" y="180785"/>
                      </a:cubicBezTo>
                      <a:lnTo>
                        <a:pt x="65913" y="158115"/>
                      </a:lnTo>
                      <a:cubicBezTo>
                        <a:pt x="70485" y="160687"/>
                        <a:pt x="75343" y="162687"/>
                        <a:pt x="80486" y="164211"/>
                      </a:cubicBezTo>
                      <a:lnTo>
                        <a:pt x="80486" y="196311"/>
                      </a:lnTo>
                      <a:cubicBezTo>
                        <a:pt x="86487" y="197454"/>
                        <a:pt x="92678" y="198025"/>
                        <a:pt x="98965" y="198025"/>
                      </a:cubicBezTo>
                      <a:cubicBezTo>
                        <a:pt x="105251" y="198025"/>
                        <a:pt x="111443" y="197454"/>
                        <a:pt x="117443" y="196311"/>
                      </a:cubicBezTo>
                      <a:lnTo>
                        <a:pt x="117443" y="164211"/>
                      </a:lnTo>
                      <a:cubicBezTo>
                        <a:pt x="122587" y="162783"/>
                        <a:pt x="127445" y="160687"/>
                        <a:pt x="132017" y="158115"/>
                      </a:cubicBezTo>
                      <a:lnTo>
                        <a:pt x="154686" y="180785"/>
                      </a:lnTo>
                      <a:cubicBezTo>
                        <a:pt x="164973" y="173831"/>
                        <a:pt x="173832" y="164973"/>
                        <a:pt x="180785" y="154686"/>
                      </a:cubicBezTo>
                      <a:lnTo>
                        <a:pt x="158115" y="132017"/>
                      </a:lnTo>
                      <a:cubicBezTo>
                        <a:pt x="160687" y="127445"/>
                        <a:pt x="162687" y="122587"/>
                        <a:pt x="164116" y="117443"/>
                      </a:cubicBezTo>
                      <a:lnTo>
                        <a:pt x="196215" y="117443"/>
                      </a:lnTo>
                      <a:close/>
                      <a:moveTo>
                        <a:pt x="98870" y="118968"/>
                      </a:moveTo>
                      <a:cubicBezTo>
                        <a:pt x="87821" y="118968"/>
                        <a:pt x="78867" y="110014"/>
                        <a:pt x="78867" y="98965"/>
                      </a:cubicBezTo>
                      <a:cubicBezTo>
                        <a:pt x="78867" y="87916"/>
                        <a:pt x="87821" y="78963"/>
                        <a:pt x="98870" y="78963"/>
                      </a:cubicBezTo>
                      <a:cubicBezTo>
                        <a:pt x="109919" y="78963"/>
                        <a:pt x="118872" y="87916"/>
                        <a:pt x="118872" y="98965"/>
                      </a:cubicBezTo>
                      <a:cubicBezTo>
                        <a:pt x="118872" y="110014"/>
                        <a:pt x="109919" y="118968"/>
                        <a:pt x="98870" y="1189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1" name="Google Shape;1721;p49"/>
                <p:cNvSpPr/>
                <p:nvPr/>
              </p:nvSpPr>
              <p:spPr>
                <a:xfrm>
                  <a:off x="6030848" y="6229159"/>
                  <a:ext cx="120491" cy="120586"/>
                </a:xfrm>
                <a:custGeom>
                  <a:avLst/>
                  <a:gdLst/>
                  <a:ahLst/>
                  <a:cxnLst/>
                  <a:rect l="l" t="t" r="r" b="b"/>
                  <a:pathLst>
                    <a:path w="120491" h="120586" extrusionOk="0">
                      <a:moveTo>
                        <a:pt x="119444" y="71533"/>
                      </a:moveTo>
                      <a:cubicBezTo>
                        <a:pt x="120111" y="67913"/>
                        <a:pt x="120491" y="64198"/>
                        <a:pt x="120491" y="60293"/>
                      </a:cubicBezTo>
                      <a:cubicBezTo>
                        <a:pt x="120491" y="56388"/>
                        <a:pt x="120111" y="52674"/>
                        <a:pt x="119444" y="49054"/>
                      </a:cubicBezTo>
                      <a:lnTo>
                        <a:pt x="99918" y="49054"/>
                      </a:lnTo>
                      <a:cubicBezTo>
                        <a:pt x="99060" y="45911"/>
                        <a:pt x="97822" y="42958"/>
                        <a:pt x="96203" y="40196"/>
                      </a:cubicBezTo>
                      <a:lnTo>
                        <a:pt x="110014" y="26384"/>
                      </a:lnTo>
                      <a:cubicBezTo>
                        <a:pt x="105728" y="20193"/>
                        <a:pt x="100394" y="14764"/>
                        <a:pt x="94107" y="10478"/>
                      </a:cubicBezTo>
                      <a:lnTo>
                        <a:pt x="80296" y="24289"/>
                      </a:lnTo>
                      <a:cubicBezTo>
                        <a:pt x="77534" y="22765"/>
                        <a:pt x="74581" y="21527"/>
                        <a:pt x="71438" y="20574"/>
                      </a:cubicBezTo>
                      <a:lnTo>
                        <a:pt x="71438" y="1048"/>
                      </a:lnTo>
                      <a:cubicBezTo>
                        <a:pt x="67819" y="381"/>
                        <a:pt x="64104" y="0"/>
                        <a:pt x="60198" y="0"/>
                      </a:cubicBezTo>
                      <a:cubicBezTo>
                        <a:pt x="56293" y="0"/>
                        <a:pt x="52578" y="381"/>
                        <a:pt x="48959" y="1048"/>
                      </a:cubicBezTo>
                      <a:lnTo>
                        <a:pt x="48959" y="20574"/>
                      </a:lnTo>
                      <a:cubicBezTo>
                        <a:pt x="45815" y="21431"/>
                        <a:pt x="42863" y="22670"/>
                        <a:pt x="40100" y="24289"/>
                      </a:cubicBezTo>
                      <a:lnTo>
                        <a:pt x="26289" y="10478"/>
                      </a:lnTo>
                      <a:cubicBezTo>
                        <a:pt x="20098" y="14764"/>
                        <a:pt x="14669" y="20098"/>
                        <a:pt x="10478" y="26384"/>
                      </a:cubicBezTo>
                      <a:lnTo>
                        <a:pt x="24289" y="40196"/>
                      </a:lnTo>
                      <a:cubicBezTo>
                        <a:pt x="22765" y="42958"/>
                        <a:pt x="21527" y="45911"/>
                        <a:pt x="20574" y="49054"/>
                      </a:cubicBezTo>
                      <a:lnTo>
                        <a:pt x="1048" y="49054"/>
                      </a:lnTo>
                      <a:cubicBezTo>
                        <a:pt x="381" y="52674"/>
                        <a:pt x="0" y="56483"/>
                        <a:pt x="0" y="60293"/>
                      </a:cubicBezTo>
                      <a:cubicBezTo>
                        <a:pt x="0" y="64104"/>
                        <a:pt x="381" y="67913"/>
                        <a:pt x="1048" y="71533"/>
                      </a:cubicBezTo>
                      <a:lnTo>
                        <a:pt x="20574" y="71533"/>
                      </a:lnTo>
                      <a:cubicBezTo>
                        <a:pt x="21431" y="74676"/>
                        <a:pt x="22670" y="77629"/>
                        <a:pt x="24289" y="80391"/>
                      </a:cubicBezTo>
                      <a:lnTo>
                        <a:pt x="10478" y="94202"/>
                      </a:lnTo>
                      <a:cubicBezTo>
                        <a:pt x="14669" y="100394"/>
                        <a:pt x="20098" y="105823"/>
                        <a:pt x="26289" y="110109"/>
                      </a:cubicBezTo>
                      <a:lnTo>
                        <a:pt x="40100" y="96298"/>
                      </a:lnTo>
                      <a:cubicBezTo>
                        <a:pt x="42863" y="97822"/>
                        <a:pt x="45815" y="99060"/>
                        <a:pt x="48959" y="100013"/>
                      </a:cubicBezTo>
                      <a:lnTo>
                        <a:pt x="48959" y="119539"/>
                      </a:lnTo>
                      <a:cubicBezTo>
                        <a:pt x="52578" y="120205"/>
                        <a:pt x="56388" y="120587"/>
                        <a:pt x="60198" y="120587"/>
                      </a:cubicBezTo>
                      <a:cubicBezTo>
                        <a:pt x="64008" y="120587"/>
                        <a:pt x="67819" y="120205"/>
                        <a:pt x="71438" y="119539"/>
                      </a:cubicBezTo>
                      <a:lnTo>
                        <a:pt x="71438" y="100013"/>
                      </a:lnTo>
                      <a:cubicBezTo>
                        <a:pt x="74581" y="99156"/>
                        <a:pt x="77534" y="97917"/>
                        <a:pt x="80296" y="96298"/>
                      </a:cubicBezTo>
                      <a:lnTo>
                        <a:pt x="94107" y="110109"/>
                      </a:lnTo>
                      <a:cubicBezTo>
                        <a:pt x="100299" y="105823"/>
                        <a:pt x="105728" y="100489"/>
                        <a:pt x="110014" y="94202"/>
                      </a:cubicBezTo>
                      <a:lnTo>
                        <a:pt x="96203" y="80391"/>
                      </a:lnTo>
                      <a:cubicBezTo>
                        <a:pt x="97727" y="77629"/>
                        <a:pt x="98965" y="74676"/>
                        <a:pt x="99918" y="71533"/>
                      </a:cubicBezTo>
                      <a:lnTo>
                        <a:pt x="119444" y="71533"/>
                      </a:lnTo>
                      <a:close/>
                      <a:moveTo>
                        <a:pt x="60293" y="72486"/>
                      </a:moveTo>
                      <a:cubicBezTo>
                        <a:pt x="53626" y="72486"/>
                        <a:pt x="48196" y="67056"/>
                        <a:pt x="48196" y="60389"/>
                      </a:cubicBezTo>
                      <a:cubicBezTo>
                        <a:pt x="48196" y="53721"/>
                        <a:pt x="53626" y="48292"/>
                        <a:pt x="60293" y="48292"/>
                      </a:cubicBezTo>
                      <a:cubicBezTo>
                        <a:pt x="66961" y="48292"/>
                        <a:pt x="72390" y="53721"/>
                        <a:pt x="72390" y="60389"/>
                      </a:cubicBezTo>
                      <a:cubicBezTo>
                        <a:pt x="72390" y="67056"/>
                        <a:pt x="66961" y="72486"/>
                        <a:pt x="60293" y="7248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722" name="Google Shape;1722;p49"/>
          <p:cNvGrpSpPr/>
          <p:nvPr/>
        </p:nvGrpSpPr>
        <p:grpSpPr>
          <a:xfrm>
            <a:off x="7156808" y="2985836"/>
            <a:ext cx="1273957" cy="1618064"/>
            <a:chOff x="3201801" y="1970434"/>
            <a:chExt cx="2073497" cy="2633567"/>
          </a:xfrm>
        </p:grpSpPr>
        <p:sp>
          <p:nvSpPr>
            <p:cNvPr id="1723" name="Google Shape;1723;p49"/>
            <p:cNvSpPr/>
            <p:nvPr/>
          </p:nvSpPr>
          <p:spPr>
            <a:xfrm>
              <a:off x="3201801" y="3436332"/>
              <a:ext cx="480250" cy="996124"/>
            </a:xfrm>
            <a:custGeom>
              <a:avLst/>
              <a:gdLst/>
              <a:ahLst/>
              <a:cxnLst/>
              <a:rect l="l" t="t" r="r" b="b"/>
              <a:pathLst>
                <a:path w="480250" h="996124" extrusionOk="0">
                  <a:moveTo>
                    <a:pt x="92107" y="0"/>
                  </a:moveTo>
                  <a:lnTo>
                    <a:pt x="480250" y="0"/>
                  </a:lnTo>
                  <a:lnTo>
                    <a:pt x="480250" y="996124"/>
                  </a:lnTo>
                  <a:lnTo>
                    <a:pt x="92107" y="996124"/>
                  </a:lnTo>
                  <a:cubicBezTo>
                    <a:pt x="41243" y="996124"/>
                    <a:pt x="0" y="954881"/>
                    <a:pt x="0" y="904018"/>
                  </a:cubicBezTo>
                  <a:lnTo>
                    <a:pt x="0" y="92107"/>
                  </a:lnTo>
                  <a:cubicBezTo>
                    <a:pt x="0" y="41243"/>
                    <a:pt x="41243" y="0"/>
                    <a:pt x="92107"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24" name="Google Shape;1724;p49"/>
            <p:cNvGrpSpPr/>
            <p:nvPr/>
          </p:nvGrpSpPr>
          <p:grpSpPr>
            <a:xfrm>
              <a:off x="3305147" y="3838453"/>
              <a:ext cx="209192" cy="209193"/>
              <a:chOff x="3927347" y="4792003"/>
              <a:chExt cx="209192" cy="209193"/>
            </a:xfrm>
          </p:grpSpPr>
          <p:grpSp>
            <p:nvGrpSpPr>
              <p:cNvPr id="1725" name="Google Shape;1725;p49"/>
              <p:cNvGrpSpPr/>
              <p:nvPr/>
            </p:nvGrpSpPr>
            <p:grpSpPr>
              <a:xfrm>
                <a:off x="3927347" y="4792003"/>
                <a:ext cx="209192" cy="209192"/>
                <a:chOff x="3927347" y="4792003"/>
                <a:chExt cx="209192" cy="209192"/>
              </a:xfrm>
            </p:grpSpPr>
            <p:sp>
              <p:nvSpPr>
                <p:cNvPr id="1726" name="Google Shape;1726;p49"/>
                <p:cNvSpPr/>
                <p:nvPr/>
              </p:nvSpPr>
              <p:spPr>
                <a:xfrm>
                  <a:off x="3927347" y="4792003"/>
                  <a:ext cx="209192" cy="209192"/>
                </a:xfrm>
                <a:custGeom>
                  <a:avLst/>
                  <a:gdLst/>
                  <a:ahLst/>
                  <a:cxnLst/>
                  <a:rect l="l" t="t" r="r" b="b"/>
                  <a:pathLst>
                    <a:path w="209192" h="209192" extrusionOk="0">
                      <a:moveTo>
                        <a:pt x="199263" y="9930"/>
                      </a:moveTo>
                      <a:lnTo>
                        <a:pt x="199263" y="9930"/>
                      </a:lnTo>
                      <a:cubicBezTo>
                        <a:pt x="212503" y="23170"/>
                        <a:pt x="212503" y="44601"/>
                        <a:pt x="199263" y="57841"/>
                      </a:cubicBezTo>
                      <a:lnTo>
                        <a:pt x="47911" y="209193"/>
                      </a:lnTo>
                      <a:lnTo>
                        <a:pt x="0" y="209193"/>
                      </a:lnTo>
                      <a:lnTo>
                        <a:pt x="0" y="161282"/>
                      </a:lnTo>
                      <a:lnTo>
                        <a:pt x="151352" y="9930"/>
                      </a:lnTo>
                      <a:cubicBezTo>
                        <a:pt x="164592" y="-3310"/>
                        <a:pt x="186023" y="-3310"/>
                        <a:pt x="199263" y="993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7" name="Google Shape;1727;p49"/>
                <p:cNvSpPr/>
                <p:nvPr/>
              </p:nvSpPr>
              <p:spPr>
                <a:xfrm>
                  <a:off x="3927824" y="4805933"/>
                  <a:ext cx="194881" cy="194881"/>
                </a:xfrm>
                <a:custGeom>
                  <a:avLst/>
                  <a:gdLst/>
                  <a:ahLst/>
                  <a:cxnLst/>
                  <a:rect l="l" t="t" r="r" b="b"/>
                  <a:pathLst>
                    <a:path w="194881" h="194881" extrusionOk="0">
                      <a:moveTo>
                        <a:pt x="146875" y="0"/>
                      </a:moveTo>
                      <a:lnTo>
                        <a:pt x="134207" y="12763"/>
                      </a:lnTo>
                      <a:lnTo>
                        <a:pt x="0" y="146971"/>
                      </a:lnTo>
                      <a:lnTo>
                        <a:pt x="47911" y="194881"/>
                      </a:lnTo>
                      <a:lnTo>
                        <a:pt x="194881" y="47911"/>
                      </a:lnTo>
                      <a:lnTo>
                        <a:pt x="14697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28" name="Google Shape;1728;p49"/>
              <p:cNvSpPr/>
              <p:nvPr/>
            </p:nvSpPr>
            <p:spPr>
              <a:xfrm>
                <a:off x="3927347" y="4974050"/>
                <a:ext cx="27146" cy="27146"/>
              </a:xfrm>
              <a:custGeom>
                <a:avLst/>
                <a:gdLst/>
                <a:ahLst/>
                <a:cxnLst/>
                <a:rect l="l" t="t" r="r" b="b"/>
                <a:pathLst>
                  <a:path w="27146" h="27146" extrusionOk="0">
                    <a:moveTo>
                      <a:pt x="0" y="27146"/>
                    </a:moveTo>
                    <a:lnTo>
                      <a:pt x="27146" y="27146"/>
                    </a:lnTo>
                    <a:lnTo>
                      <a:pt x="0" y="0"/>
                    </a:lnTo>
                    <a:lnTo>
                      <a:pt x="0" y="2714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29" name="Google Shape;1729;p49"/>
            <p:cNvGrpSpPr/>
            <p:nvPr/>
          </p:nvGrpSpPr>
          <p:grpSpPr>
            <a:xfrm>
              <a:off x="3310386" y="4133276"/>
              <a:ext cx="200596" cy="205739"/>
              <a:chOff x="3932586" y="5086826"/>
              <a:chExt cx="200596" cy="205739"/>
            </a:xfrm>
          </p:grpSpPr>
          <p:sp>
            <p:nvSpPr>
              <p:cNvPr id="1730" name="Google Shape;1730;p49"/>
              <p:cNvSpPr/>
              <p:nvPr/>
            </p:nvSpPr>
            <p:spPr>
              <a:xfrm>
                <a:off x="3938397" y="5133879"/>
                <a:ext cx="188785" cy="158686"/>
              </a:xfrm>
              <a:custGeom>
                <a:avLst/>
                <a:gdLst/>
                <a:ahLst/>
                <a:cxnLst/>
                <a:rect l="l" t="t" r="r" b="b"/>
                <a:pathLst>
                  <a:path w="188785" h="158686" extrusionOk="0">
                    <a:moveTo>
                      <a:pt x="155067" y="158687"/>
                    </a:moveTo>
                    <a:lnTo>
                      <a:pt x="33718" y="158687"/>
                    </a:lnTo>
                    <a:lnTo>
                      <a:pt x="0" y="0"/>
                    </a:lnTo>
                    <a:lnTo>
                      <a:pt x="188786" y="0"/>
                    </a:lnTo>
                    <a:lnTo>
                      <a:pt x="155067" y="1586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31" name="Google Shape;1731;p49"/>
              <p:cNvGrpSpPr/>
              <p:nvPr/>
            </p:nvGrpSpPr>
            <p:grpSpPr>
              <a:xfrm>
                <a:off x="3932586" y="5086826"/>
                <a:ext cx="200596" cy="49434"/>
                <a:chOff x="3932586" y="5086826"/>
                <a:chExt cx="200596" cy="49434"/>
              </a:xfrm>
            </p:grpSpPr>
            <p:sp>
              <p:nvSpPr>
                <p:cNvPr id="1732" name="Google Shape;1732;p49"/>
                <p:cNvSpPr/>
                <p:nvPr/>
              </p:nvSpPr>
              <p:spPr>
                <a:xfrm>
                  <a:off x="3932586" y="5108828"/>
                  <a:ext cx="200596" cy="27432"/>
                </a:xfrm>
                <a:custGeom>
                  <a:avLst/>
                  <a:gdLst/>
                  <a:ahLst/>
                  <a:cxnLst/>
                  <a:rect l="l" t="t" r="r" b="b"/>
                  <a:pathLst>
                    <a:path w="200596" h="27432" extrusionOk="0">
                      <a:moveTo>
                        <a:pt x="16669" y="0"/>
                      </a:moveTo>
                      <a:lnTo>
                        <a:pt x="183832" y="0"/>
                      </a:lnTo>
                      <a:cubicBezTo>
                        <a:pt x="193072" y="0"/>
                        <a:pt x="200596" y="7525"/>
                        <a:pt x="200596" y="16764"/>
                      </a:cubicBezTo>
                      <a:lnTo>
                        <a:pt x="200596" y="27432"/>
                      </a:lnTo>
                      <a:lnTo>
                        <a:pt x="0" y="27432"/>
                      </a:lnTo>
                      <a:lnTo>
                        <a:pt x="0" y="16764"/>
                      </a:lnTo>
                      <a:cubicBezTo>
                        <a:pt x="0" y="7525"/>
                        <a:pt x="7525" y="0"/>
                        <a:pt x="16764"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3" name="Google Shape;1733;p49"/>
                <p:cNvSpPr/>
                <p:nvPr/>
              </p:nvSpPr>
              <p:spPr>
                <a:xfrm>
                  <a:off x="4002976" y="5086826"/>
                  <a:ext cx="59626" cy="26384"/>
                </a:xfrm>
                <a:custGeom>
                  <a:avLst/>
                  <a:gdLst/>
                  <a:ahLst/>
                  <a:cxnLst/>
                  <a:rect l="l" t="t" r="r" b="b"/>
                  <a:pathLst>
                    <a:path w="59626" h="26384" extrusionOk="0">
                      <a:moveTo>
                        <a:pt x="59627" y="26384"/>
                      </a:moveTo>
                      <a:lnTo>
                        <a:pt x="49340" y="26384"/>
                      </a:lnTo>
                      <a:lnTo>
                        <a:pt x="49340" y="14573"/>
                      </a:lnTo>
                      <a:cubicBezTo>
                        <a:pt x="49340" y="12192"/>
                        <a:pt x="47435" y="10287"/>
                        <a:pt x="45053" y="10287"/>
                      </a:cubicBezTo>
                      <a:lnTo>
                        <a:pt x="14573" y="10287"/>
                      </a:lnTo>
                      <a:cubicBezTo>
                        <a:pt x="12192" y="10287"/>
                        <a:pt x="10287" y="12192"/>
                        <a:pt x="10287" y="14573"/>
                      </a:cubicBezTo>
                      <a:lnTo>
                        <a:pt x="10287" y="26384"/>
                      </a:lnTo>
                      <a:lnTo>
                        <a:pt x="0" y="26384"/>
                      </a:lnTo>
                      <a:lnTo>
                        <a:pt x="0" y="14573"/>
                      </a:lnTo>
                      <a:cubicBezTo>
                        <a:pt x="0" y="6572"/>
                        <a:pt x="6572" y="0"/>
                        <a:pt x="14573" y="0"/>
                      </a:cubicBezTo>
                      <a:lnTo>
                        <a:pt x="45053" y="0"/>
                      </a:lnTo>
                      <a:cubicBezTo>
                        <a:pt x="53054" y="0"/>
                        <a:pt x="59627" y="6572"/>
                        <a:pt x="59627" y="14573"/>
                      </a:cubicBezTo>
                      <a:lnTo>
                        <a:pt x="59627" y="2638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34" name="Google Shape;1734;p49"/>
              <p:cNvGrpSpPr/>
              <p:nvPr/>
            </p:nvGrpSpPr>
            <p:grpSpPr>
              <a:xfrm>
                <a:off x="3983354" y="5165978"/>
                <a:ext cx="100298" cy="93154"/>
                <a:chOff x="3983354" y="5165978"/>
                <a:chExt cx="100298" cy="93154"/>
              </a:xfrm>
            </p:grpSpPr>
            <p:sp>
              <p:nvSpPr>
                <p:cNvPr id="1735" name="Google Shape;1735;p49"/>
                <p:cNvSpPr/>
                <p:nvPr/>
              </p:nvSpPr>
              <p:spPr>
                <a:xfrm>
                  <a:off x="4027646" y="5165978"/>
                  <a:ext cx="11810" cy="93154"/>
                </a:xfrm>
                <a:custGeom>
                  <a:avLst/>
                  <a:gdLst/>
                  <a:ahLst/>
                  <a:cxnLst/>
                  <a:rect l="l" t="t" r="r" b="b"/>
                  <a:pathLst>
                    <a:path w="11810" h="93154" extrusionOk="0">
                      <a:moveTo>
                        <a:pt x="5905" y="93155"/>
                      </a:moveTo>
                      <a:lnTo>
                        <a:pt x="5905" y="93155"/>
                      </a:lnTo>
                      <a:cubicBezTo>
                        <a:pt x="2667" y="93155"/>
                        <a:pt x="0" y="90488"/>
                        <a:pt x="0" y="87249"/>
                      </a:cubicBezTo>
                      <a:lnTo>
                        <a:pt x="0" y="5906"/>
                      </a:lnTo>
                      <a:cubicBezTo>
                        <a:pt x="0" y="2667"/>
                        <a:pt x="2667" y="0"/>
                        <a:pt x="5905" y="0"/>
                      </a:cubicBezTo>
                      <a:lnTo>
                        <a:pt x="5905" y="0"/>
                      </a:lnTo>
                      <a:cubicBezTo>
                        <a:pt x="9144" y="0"/>
                        <a:pt x="11811" y="2667"/>
                        <a:pt x="11811" y="5906"/>
                      </a:cubicBezTo>
                      <a:lnTo>
                        <a:pt x="11811" y="87249"/>
                      </a:lnTo>
                      <a:cubicBezTo>
                        <a:pt x="11811" y="90488"/>
                        <a:pt x="9144" y="93155"/>
                        <a:pt x="5905" y="9315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6" name="Google Shape;1736;p49"/>
                <p:cNvSpPr/>
                <p:nvPr/>
              </p:nvSpPr>
              <p:spPr>
                <a:xfrm>
                  <a:off x="4071842" y="5165978"/>
                  <a:ext cx="11810" cy="93154"/>
                </a:xfrm>
                <a:custGeom>
                  <a:avLst/>
                  <a:gdLst/>
                  <a:ahLst/>
                  <a:cxnLst/>
                  <a:rect l="l" t="t" r="r" b="b"/>
                  <a:pathLst>
                    <a:path w="11810" h="93154" extrusionOk="0">
                      <a:moveTo>
                        <a:pt x="5905" y="93155"/>
                      </a:moveTo>
                      <a:lnTo>
                        <a:pt x="5905" y="93155"/>
                      </a:lnTo>
                      <a:cubicBezTo>
                        <a:pt x="2667" y="93155"/>
                        <a:pt x="0" y="90488"/>
                        <a:pt x="0" y="87249"/>
                      </a:cubicBezTo>
                      <a:lnTo>
                        <a:pt x="0" y="5906"/>
                      </a:lnTo>
                      <a:cubicBezTo>
                        <a:pt x="0" y="2667"/>
                        <a:pt x="2667" y="0"/>
                        <a:pt x="5905" y="0"/>
                      </a:cubicBezTo>
                      <a:lnTo>
                        <a:pt x="5905" y="0"/>
                      </a:lnTo>
                      <a:cubicBezTo>
                        <a:pt x="9144" y="0"/>
                        <a:pt x="11811" y="2667"/>
                        <a:pt x="11811" y="5906"/>
                      </a:cubicBezTo>
                      <a:lnTo>
                        <a:pt x="11811" y="87249"/>
                      </a:lnTo>
                      <a:cubicBezTo>
                        <a:pt x="11811" y="90488"/>
                        <a:pt x="9144" y="93155"/>
                        <a:pt x="5905" y="9315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7" name="Google Shape;1737;p49"/>
                <p:cNvSpPr/>
                <p:nvPr/>
              </p:nvSpPr>
              <p:spPr>
                <a:xfrm>
                  <a:off x="3983354" y="5165978"/>
                  <a:ext cx="11811" cy="93154"/>
                </a:xfrm>
                <a:custGeom>
                  <a:avLst/>
                  <a:gdLst/>
                  <a:ahLst/>
                  <a:cxnLst/>
                  <a:rect l="l" t="t" r="r" b="b"/>
                  <a:pathLst>
                    <a:path w="11811" h="93154" extrusionOk="0">
                      <a:moveTo>
                        <a:pt x="5906" y="93155"/>
                      </a:moveTo>
                      <a:lnTo>
                        <a:pt x="5906" y="93155"/>
                      </a:lnTo>
                      <a:cubicBezTo>
                        <a:pt x="2667" y="93155"/>
                        <a:pt x="0" y="90488"/>
                        <a:pt x="0" y="87249"/>
                      </a:cubicBezTo>
                      <a:lnTo>
                        <a:pt x="0" y="5906"/>
                      </a:lnTo>
                      <a:cubicBezTo>
                        <a:pt x="0" y="2667"/>
                        <a:pt x="2667" y="0"/>
                        <a:pt x="5906" y="0"/>
                      </a:cubicBezTo>
                      <a:lnTo>
                        <a:pt x="5906" y="0"/>
                      </a:lnTo>
                      <a:cubicBezTo>
                        <a:pt x="9144" y="0"/>
                        <a:pt x="11811" y="2667"/>
                        <a:pt x="11811" y="5906"/>
                      </a:cubicBezTo>
                      <a:lnTo>
                        <a:pt x="11811" y="87249"/>
                      </a:lnTo>
                      <a:cubicBezTo>
                        <a:pt x="11811" y="90488"/>
                        <a:pt x="9144" y="93155"/>
                        <a:pt x="5906" y="9315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1738" name="Google Shape;1738;p49"/>
            <p:cNvSpPr/>
            <p:nvPr/>
          </p:nvSpPr>
          <p:spPr>
            <a:xfrm>
              <a:off x="3302576" y="3531486"/>
              <a:ext cx="221170" cy="221170"/>
            </a:xfrm>
            <a:custGeom>
              <a:avLst/>
              <a:gdLst/>
              <a:ahLst/>
              <a:cxnLst/>
              <a:rect l="l" t="t" r="r" b="b"/>
              <a:pathLst>
                <a:path w="221170" h="221170" extrusionOk="0">
                  <a:moveTo>
                    <a:pt x="219170" y="131445"/>
                  </a:moveTo>
                  <a:cubicBezTo>
                    <a:pt x="220409" y="124682"/>
                    <a:pt x="221171" y="117824"/>
                    <a:pt x="221171" y="110680"/>
                  </a:cubicBezTo>
                  <a:cubicBezTo>
                    <a:pt x="221171" y="103537"/>
                    <a:pt x="220504" y="96679"/>
                    <a:pt x="219170" y="89916"/>
                  </a:cubicBezTo>
                  <a:lnTo>
                    <a:pt x="201168" y="89916"/>
                  </a:lnTo>
                  <a:cubicBezTo>
                    <a:pt x="197548" y="89916"/>
                    <a:pt x="196215" y="85058"/>
                    <a:pt x="199358" y="83248"/>
                  </a:cubicBezTo>
                  <a:lnTo>
                    <a:pt x="214979" y="74200"/>
                  </a:lnTo>
                  <a:cubicBezTo>
                    <a:pt x="210312" y="60865"/>
                    <a:pt x="203263" y="48768"/>
                    <a:pt x="194215" y="38291"/>
                  </a:cubicBezTo>
                  <a:lnTo>
                    <a:pt x="177832" y="47816"/>
                  </a:lnTo>
                  <a:cubicBezTo>
                    <a:pt x="174688" y="49625"/>
                    <a:pt x="171164" y="46101"/>
                    <a:pt x="172974" y="42958"/>
                  </a:cubicBezTo>
                  <a:lnTo>
                    <a:pt x="182404" y="26479"/>
                  </a:lnTo>
                  <a:cubicBezTo>
                    <a:pt x="171926" y="17526"/>
                    <a:pt x="159734" y="10478"/>
                    <a:pt x="146399" y="6001"/>
                  </a:cubicBezTo>
                  <a:lnTo>
                    <a:pt x="138113" y="20574"/>
                  </a:lnTo>
                  <a:cubicBezTo>
                    <a:pt x="136303" y="23717"/>
                    <a:pt x="131445" y="22479"/>
                    <a:pt x="131445" y="18764"/>
                  </a:cubicBezTo>
                  <a:lnTo>
                    <a:pt x="131445" y="2000"/>
                  </a:lnTo>
                  <a:cubicBezTo>
                    <a:pt x="124682" y="762"/>
                    <a:pt x="117824" y="0"/>
                    <a:pt x="110680" y="0"/>
                  </a:cubicBezTo>
                  <a:cubicBezTo>
                    <a:pt x="103537" y="0"/>
                    <a:pt x="96679" y="667"/>
                    <a:pt x="89916" y="2000"/>
                  </a:cubicBezTo>
                  <a:lnTo>
                    <a:pt x="89916" y="20003"/>
                  </a:lnTo>
                  <a:cubicBezTo>
                    <a:pt x="89916" y="23622"/>
                    <a:pt x="85058" y="24955"/>
                    <a:pt x="83248" y="21812"/>
                  </a:cubicBezTo>
                  <a:lnTo>
                    <a:pt x="74200" y="6191"/>
                  </a:lnTo>
                  <a:cubicBezTo>
                    <a:pt x="60865" y="10859"/>
                    <a:pt x="48768" y="17907"/>
                    <a:pt x="38290" y="26956"/>
                  </a:cubicBezTo>
                  <a:lnTo>
                    <a:pt x="47815" y="43339"/>
                  </a:lnTo>
                  <a:cubicBezTo>
                    <a:pt x="49625" y="46482"/>
                    <a:pt x="46101" y="50006"/>
                    <a:pt x="42958" y="48196"/>
                  </a:cubicBezTo>
                  <a:lnTo>
                    <a:pt x="26479" y="38767"/>
                  </a:lnTo>
                  <a:cubicBezTo>
                    <a:pt x="17526" y="49244"/>
                    <a:pt x="10477" y="61436"/>
                    <a:pt x="6001" y="74771"/>
                  </a:cubicBezTo>
                  <a:lnTo>
                    <a:pt x="20574" y="83058"/>
                  </a:lnTo>
                  <a:cubicBezTo>
                    <a:pt x="23717" y="84868"/>
                    <a:pt x="22479" y="89726"/>
                    <a:pt x="18764" y="89726"/>
                  </a:cubicBezTo>
                  <a:lnTo>
                    <a:pt x="2000" y="89726"/>
                  </a:lnTo>
                  <a:cubicBezTo>
                    <a:pt x="762" y="96488"/>
                    <a:pt x="0" y="103346"/>
                    <a:pt x="0" y="110490"/>
                  </a:cubicBezTo>
                  <a:cubicBezTo>
                    <a:pt x="0" y="117634"/>
                    <a:pt x="667" y="124492"/>
                    <a:pt x="2000" y="131254"/>
                  </a:cubicBezTo>
                  <a:lnTo>
                    <a:pt x="20002" y="131254"/>
                  </a:lnTo>
                  <a:cubicBezTo>
                    <a:pt x="23622" y="131254"/>
                    <a:pt x="24955" y="136112"/>
                    <a:pt x="21812" y="137922"/>
                  </a:cubicBezTo>
                  <a:lnTo>
                    <a:pt x="6191" y="146971"/>
                  </a:lnTo>
                  <a:cubicBezTo>
                    <a:pt x="10858" y="160306"/>
                    <a:pt x="17907" y="172403"/>
                    <a:pt x="26956" y="182880"/>
                  </a:cubicBezTo>
                  <a:lnTo>
                    <a:pt x="43339" y="173355"/>
                  </a:lnTo>
                  <a:cubicBezTo>
                    <a:pt x="46482" y="171545"/>
                    <a:pt x="50006" y="175070"/>
                    <a:pt x="48196" y="178213"/>
                  </a:cubicBezTo>
                  <a:lnTo>
                    <a:pt x="38767" y="194691"/>
                  </a:lnTo>
                  <a:cubicBezTo>
                    <a:pt x="49244" y="203645"/>
                    <a:pt x="61436" y="210693"/>
                    <a:pt x="74771" y="215170"/>
                  </a:cubicBezTo>
                  <a:lnTo>
                    <a:pt x="83058" y="200596"/>
                  </a:lnTo>
                  <a:cubicBezTo>
                    <a:pt x="84868" y="197358"/>
                    <a:pt x="89725" y="198692"/>
                    <a:pt x="89725" y="202406"/>
                  </a:cubicBezTo>
                  <a:lnTo>
                    <a:pt x="89725" y="219170"/>
                  </a:lnTo>
                  <a:cubicBezTo>
                    <a:pt x="96488" y="220409"/>
                    <a:pt x="103346" y="221171"/>
                    <a:pt x="110490" y="221171"/>
                  </a:cubicBezTo>
                  <a:cubicBezTo>
                    <a:pt x="117634" y="221171"/>
                    <a:pt x="124492" y="220504"/>
                    <a:pt x="131254" y="219170"/>
                  </a:cubicBezTo>
                  <a:lnTo>
                    <a:pt x="131254" y="201168"/>
                  </a:lnTo>
                  <a:cubicBezTo>
                    <a:pt x="131254" y="197548"/>
                    <a:pt x="136112" y="196215"/>
                    <a:pt x="137922" y="199358"/>
                  </a:cubicBezTo>
                  <a:lnTo>
                    <a:pt x="146971" y="214979"/>
                  </a:lnTo>
                  <a:cubicBezTo>
                    <a:pt x="160306" y="210312"/>
                    <a:pt x="172402" y="203263"/>
                    <a:pt x="182880" y="194215"/>
                  </a:cubicBezTo>
                  <a:lnTo>
                    <a:pt x="173355" y="177832"/>
                  </a:lnTo>
                  <a:cubicBezTo>
                    <a:pt x="171545" y="174688"/>
                    <a:pt x="175069" y="171164"/>
                    <a:pt x="178213" y="172974"/>
                  </a:cubicBezTo>
                  <a:lnTo>
                    <a:pt x="194691" y="182404"/>
                  </a:lnTo>
                  <a:cubicBezTo>
                    <a:pt x="203644" y="171926"/>
                    <a:pt x="210693" y="159734"/>
                    <a:pt x="215170" y="146399"/>
                  </a:cubicBezTo>
                  <a:lnTo>
                    <a:pt x="200596" y="138113"/>
                  </a:lnTo>
                  <a:cubicBezTo>
                    <a:pt x="197453" y="136303"/>
                    <a:pt x="198692" y="131445"/>
                    <a:pt x="202406" y="131445"/>
                  </a:cubicBezTo>
                  <a:lnTo>
                    <a:pt x="219170" y="131445"/>
                  </a:lnTo>
                  <a:close/>
                  <a:moveTo>
                    <a:pt x="113729" y="160115"/>
                  </a:moveTo>
                  <a:cubicBezTo>
                    <a:pt x="83820" y="162020"/>
                    <a:pt x="59150" y="137351"/>
                    <a:pt x="61055" y="107442"/>
                  </a:cubicBezTo>
                  <a:cubicBezTo>
                    <a:pt x="62579" y="82772"/>
                    <a:pt x="82582" y="62770"/>
                    <a:pt x="107251" y="61246"/>
                  </a:cubicBezTo>
                  <a:cubicBezTo>
                    <a:pt x="137160" y="59341"/>
                    <a:pt x="161830" y="84011"/>
                    <a:pt x="159925" y="113919"/>
                  </a:cubicBezTo>
                  <a:cubicBezTo>
                    <a:pt x="158401" y="138589"/>
                    <a:pt x="138398" y="158591"/>
                    <a:pt x="113729" y="1601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9" name="Google Shape;1739;p49"/>
            <p:cNvSpPr/>
            <p:nvPr/>
          </p:nvSpPr>
          <p:spPr>
            <a:xfrm>
              <a:off x="3628902" y="1980721"/>
              <a:ext cx="1636204" cy="2612993"/>
            </a:xfrm>
            <a:custGeom>
              <a:avLst/>
              <a:gdLst/>
              <a:ahLst/>
              <a:cxnLst/>
              <a:rect l="l" t="t" r="r" b="b"/>
              <a:pathLst>
                <a:path w="1636204" h="2612993" extrusionOk="0">
                  <a:moveTo>
                    <a:pt x="1471422" y="0"/>
                  </a:moveTo>
                  <a:cubicBezTo>
                    <a:pt x="1562429" y="0"/>
                    <a:pt x="1636205" y="73776"/>
                    <a:pt x="1636205" y="164782"/>
                  </a:cubicBezTo>
                  <a:lnTo>
                    <a:pt x="1636205" y="2448211"/>
                  </a:lnTo>
                  <a:cubicBezTo>
                    <a:pt x="1636205" y="2539218"/>
                    <a:pt x="1562429" y="2612994"/>
                    <a:pt x="1471422" y="2612994"/>
                  </a:cubicBezTo>
                  <a:lnTo>
                    <a:pt x="164783" y="2612994"/>
                  </a:lnTo>
                  <a:cubicBezTo>
                    <a:pt x="73776" y="2612994"/>
                    <a:pt x="0" y="2539218"/>
                    <a:pt x="0" y="2448211"/>
                  </a:cubicBezTo>
                  <a:lnTo>
                    <a:pt x="0" y="164783"/>
                  </a:lnTo>
                  <a:cubicBezTo>
                    <a:pt x="0" y="73776"/>
                    <a:pt x="73776" y="0"/>
                    <a:pt x="164783"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0" name="Google Shape;1740;p49"/>
            <p:cNvSpPr/>
            <p:nvPr/>
          </p:nvSpPr>
          <p:spPr>
            <a:xfrm>
              <a:off x="3618615" y="1970434"/>
              <a:ext cx="1656683" cy="2633567"/>
            </a:xfrm>
            <a:custGeom>
              <a:avLst/>
              <a:gdLst/>
              <a:ahLst/>
              <a:cxnLst/>
              <a:rect l="l" t="t" r="r" b="b"/>
              <a:pathLst>
                <a:path w="1656683" h="2633567" extrusionOk="0">
                  <a:moveTo>
                    <a:pt x="1481614" y="20574"/>
                  </a:moveTo>
                  <a:cubicBezTo>
                    <a:pt x="1566958" y="20574"/>
                    <a:pt x="1636109" y="89725"/>
                    <a:pt x="1636109" y="175069"/>
                  </a:cubicBezTo>
                  <a:lnTo>
                    <a:pt x="1636109" y="2458498"/>
                  </a:lnTo>
                  <a:cubicBezTo>
                    <a:pt x="1636109" y="2543842"/>
                    <a:pt x="1566958" y="2612993"/>
                    <a:pt x="1481614" y="2612993"/>
                  </a:cubicBezTo>
                  <a:lnTo>
                    <a:pt x="175070" y="2612993"/>
                  </a:lnTo>
                  <a:cubicBezTo>
                    <a:pt x="89725" y="2612993"/>
                    <a:pt x="20574" y="2543842"/>
                    <a:pt x="20574" y="2458498"/>
                  </a:cubicBezTo>
                  <a:lnTo>
                    <a:pt x="20574" y="175069"/>
                  </a:lnTo>
                  <a:cubicBezTo>
                    <a:pt x="20574" y="89725"/>
                    <a:pt x="89725" y="20574"/>
                    <a:pt x="175070" y="20574"/>
                  </a:cubicBezTo>
                  <a:lnTo>
                    <a:pt x="1481614" y="20574"/>
                  </a:lnTo>
                  <a:moveTo>
                    <a:pt x="1481614" y="0"/>
                  </a:moveTo>
                  <a:lnTo>
                    <a:pt x="175070" y="0"/>
                  </a:lnTo>
                  <a:cubicBezTo>
                    <a:pt x="78486" y="0"/>
                    <a:pt x="0" y="78581"/>
                    <a:pt x="0" y="175069"/>
                  </a:cubicBezTo>
                  <a:lnTo>
                    <a:pt x="0" y="2458498"/>
                  </a:lnTo>
                  <a:cubicBezTo>
                    <a:pt x="0" y="2555081"/>
                    <a:pt x="78581" y="2633567"/>
                    <a:pt x="175070" y="2633567"/>
                  </a:cubicBezTo>
                  <a:lnTo>
                    <a:pt x="1481614" y="2633567"/>
                  </a:lnTo>
                  <a:cubicBezTo>
                    <a:pt x="1578197" y="2633567"/>
                    <a:pt x="1656683" y="2554986"/>
                    <a:pt x="1656683" y="2458498"/>
                  </a:cubicBezTo>
                  <a:lnTo>
                    <a:pt x="1656683" y="175069"/>
                  </a:lnTo>
                  <a:cubicBezTo>
                    <a:pt x="1656683" y="78486"/>
                    <a:pt x="1578102" y="0"/>
                    <a:pt x="1481614" y="0"/>
                  </a:cubicBezTo>
                  <a:lnTo>
                    <a:pt x="1481614"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1" name="Google Shape;1741;p49"/>
            <p:cNvSpPr/>
            <p:nvPr/>
          </p:nvSpPr>
          <p:spPr>
            <a:xfrm>
              <a:off x="4006664" y="4069649"/>
              <a:ext cx="1128807" cy="410908"/>
            </a:xfrm>
            <a:custGeom>
              <a:avLst/>
              <a:gdLst/>
              <a:ahLst/>
              <a:cxnLst/>
              <a:rect l="l" t="t" r="r" b="b"/>
              <a:pathLst>
                <a:path w="1128807" h="410908" extrusionOk="0">
                  <a:moveTo>
                    <a:pt x="1128808" y="68580"/>
                  </a:moveTo>
                  <a:lnTo>
                    <a:pt x="1128808" y="410909"/>
                  </a:lnTo>
                  <a:lnTo>
                    <a:pt x="0" y="410909"/>
                  </a:lnTo>
                  <a:lnTo>
                    <a:pt x="0" y="68580"/>
                  </a:lnTo>
                  <a:cubicBezTo>
                    <a:pt x="0" y="30575"/>
                    <a:pt x="30671" y="0"/>
                    <a:pt x="68485" y="0"/>
                  </a:cubicBezTo>
                  <a:lnTo>
                    <a:pt x="1060228" y="0"/>
                  </a:lnTo>
                  <a:cubicBezTo>
                    <a:pt x="1098042" y="0"/>
                    <a:pt x="1128713" y="30671"/>
                    <a:pt x="1128713" y="685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2" name="Google Shape;1742;p49"/>
            <p:cNvSpPr/>
            <p:nvPr/>
          </p:nvSpPr>
          <p:spPr>
            <a:xfrm>
              <a:off x="3953895" y="4016880"/>
              <a:ext cx="1128807" cy="410908"/>
            </a:xfrm>
            <a:custGeom>
              <a:avLst/>
              <a:gdLst/>
              <a:ahLst/>
              <a:cxnLst/>
              <a:rect l="l" t="t" r="r" b="b"/>
              <a:pathLst>
                <a:path w="1128807" h="410908" extrusionOk="0">
                  <a:moveTo>
                    <a:pt x="1128808" y="68580"/>
                  </a:moveTo>
                  <a:lnTo>
                    <a:pt x="1128808" y="410909"/>
                  </a:lnTo>
                  <a:lnTo>
                    <a:pt x="0" y="410909"/>
                  </a:lnTo>
                  <a:lnTo>
                    <a:pt x="0" y="68580"/>
                  </a:lnTo>
                  <a:cubicBezTo>
                    <a:pt x="0" y="30575"/>
                    <a:pt x="30671" y="0"/>
                    <a:pt x="68485" y="0"/>
                  </a:cubicBezTo>
                  <a:lnTo>
                    <a:pt x="1060228" y="0"/>
                  </a:lnTo>
                  <a:cubicBezTo>
                    <a:pt x="1098042" y="0"/>
                    <a:pt x="1128713" y="30671"/>
                    <a:pt x="1128713" y="6858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3" name="Google Shape;1743;p49"/>
            <p:cNvSpPr/>
            <p:nvPr/>
          </p:nvSpPr>
          <p:spPr>
            <a:xfrm>
              <a:off x="3889697" y="3952682"/>
              <a:ext cx="1128807" cy="410908"/>
            </a:xfrm>
            <a:custGeom>
              <a:avLst/>
              <a:gdLst/>
              <a:ahLst/>
              <a:cxnLst/>
              <a:rect l="l" t="t" r="r" b="b"/>
              <a:pathLst>
                <a:path w="1128807" h="410908" extrusionOk="0">
                  <a:moveTo>
                    <a:pt x="1128808" y="68580"/>
                  </a:moveTo>
                  <a:lnTo>
                    <a:pt x="1128808" y="410909"/>
                  </a:lnTo>
                  <a:lnTo>
                    <a:pt x="0" y="410909"/>
                  </a:lnTo>
                  <a:lnTo>
                    <a:pt x="0" y="68580"/>
                  </a:lnTo>
                  <a:cubicBezTo>
                    <a:pt x="0" y="30575"/>
                    <a:pt x="30671" y="0"/>
                    <a:pt x="68485" y="0"/>
                  </a:cubicBezTo>
                  <a:lnTo>
                    <a:pt x="1060228" y="0"/>
                  </a:lnTo>
                  <a:cubicBezTo>
                    <a:pt x="1098042" y="0"/>
                    <a:pt x="1128713" y="30671"/>
                    <a:pt x="1128713" y="6858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4" name="Google Shape;1744;p49"/>
            <p:cNvSpPr/>
            <p:nvPr/>
          </p:nvSpPr>
          <p:spPr>
            <a:xfrm>
              <a:off x="3639189" y="4363590"/>
              <a:ext cx="1615630" cy="219836"/>
            </a:xfrm>
            <a:custGeom>
              <a:avLst/>
              <a:gdLst/>
              <a:ahLst/>
              <a:cxnLst/>
              <a:rect l="l" t="t" r="r" b="b"/>
              <a:pathLst>
                <a:path w="1615630" h="219836" extrusionOk="0">
                  <a:moveTo>
                    <a:pt x="1615535" y="0"/>
                  </a:moveTo>
                  <a:lnTo>
                    <a:pt x="1615535" y="65341"/>
                  </a:lnTo>
                  <a:cubicBezTo>
                    <a:pt x="1615535" y="150685"/>
                    <a:pt x="1546384" y="219837"/>
                    <a:pt x="1461040" y="219837"/>
                  </a:cubicBezTo>
                  <a:lnTo>
                    <a:pt x="154496" y="219837"/>
                  </a:lnTo>
                  <a:cubicBezTo>
                    <a:pt x="69151" y="219837"/>
                    <a:pt x="0" y="150685"/>
                    <a:pt x="0" y="65341"/>
                  </a:cubicBezTo>
                  <a:lnTo>
                    <a:pt x="0" y="0"/>
                  </a:lnTo>
                  <a:lnTo>
                    <a:pt x="161563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5" name="Google Shape;1745;p49"/>
            <p:cNvSpPr/>
            <p:nvPr/>
          </p:nvSpPr>
          <p:spPr>
            <a:xfrm>
              <a:off x="4042763" y="1991008"/>
              <a:ext cx="808482" cy="105727"/>
            </a:xfrm>
            <a:custGeom>
              <a:avLst/>
              <a:gdLst/>
              <a:ahLst/>
              <a:cxnLst/>
              <a:rect l="l" t="t" r="r" b="b"/>
              <a:pathLst>
                <a:path w="808482" h="105727" extrusionOk="0">
                  <a:moveTo>
                    <a:pt x="808387" y="0"/>
                  </a:moveTo>
                  <a:cubicBezTo>
                    <a:pt x="804672" y="27051"/>
                    <a:pt x="792004" y="51340"/>
                    <a:pt x="773621" y="69818"/>
                  </a:cubicBezTo>
                  <a:cubicBezTo>
                    <a:pt x="751427" y="91916"/>
                    <a:pt x="720852" y="105727"/>
                    <a:pt x="687229" y="105727"/>
                  </a:cubicBezTo>
                  <a:lnTo>
                    <a:pt x="121158" y="105727"/>
                  </a:lnTo>
                  <a:cubicBezTo>
                    <a:pt x="59436" y="105727"/>
                    <a:pt x="8096" y="59436"/>
                    <a:pt x="0" y="0"/>
                  </a:cubicBezTo>
                  <a:lnTo>
                    <a:pt x="808482"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6" name="Google Shape;1746;p49"/>
            <p:cNvSpPr/>
            <p:nvPr/>
          </p:nvSpPr>
          <p:spPr>
            <a:xfrm>
              <a:off x="3813306" y="3525295"/>
              <a:ext cx="198310" cy="24574"/>
            </a:xfrm>
            <a:custGeom>
              <a:avLst/>
              <a:gdLst/>
              <a:ahLst/>
              <a:cxnLst/>
              <a:rect l="l" t="t" r="r" b="b"/>
              <a:pathLst>
                <a:path w="198310" h="24574" extrusionOk="0">
                  <a:moveTo>
                    <a:pt x="0" y="0"/>
                  </a:moveTo>
                  <a:lnTo>
                    <a:pt x="198311" y="0"/>
                  </a:lnTo>
                  <a:lnTo>
                    <a:pt x="198311"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7" name="Google Shape;1747;p49"/>
            <p:cNvSpPr/>
            <p:nvPr/>
          </p:nvSpPr>
          <p:spPr>
            <a:xfrm>
              <a:off x="4029143" y="3525295"/>
              <a:ext cx="152590" cy="24574"/>
            </a:xfrm>
            <a:custGeom>
              <a:avLst/>
              <a:gdLst/>
              <a:ahLst/>
              <a:cxnLst/>
              <a:rect l="l" t="t" r="r" b="b"/>
              <a:pathLst>
                <a:path w="152590" h="24574" extrusionOk="0">
                  <a:moveTo>
                    <a:pt x="0" y="0"/>
                  </a:moveTo>
                  <a:lnTo>
                    <a:pt x="152591" y="0"/>
                  </a:lnTo>
                  <a:lnTo>
                    <a:pt x="152591"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8" name="Google Shape;1748;p49"/>
            <p:cNvSpPr/>
            <p:nvPr/>
          </p:nvSpPr>
          <p:spPr>
            <a:xfrm>
              <a:off x="4198116" y="3525295"/>
              <a:ext cx="121157" cy="24574"/>
            </a:xfrm>
            <a:custGeom>
              <a:avLst/>
              <a:gdLst/>
              <a:ahLst/>
              <a:cxnLst/>
              <a:rect l="l" t="t" r="r" b="b"/>
              <a:pathLst>
                <a:path w="121157" h="24574" extrusionOk="0">
                  <a:moveTo>
                    <a:pt x="0" y="0"/>
                  </a:moveTo>
                  <a:lnTo>
                    <a:pt x="121158" y="0"/>
                  </a:lnTo>
                  <a:lnTo>
                    <a:pt x="121158"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9" name="Google Shape;1749;p49"/>
            <p:cNvSpPr/>
            <p:nvPr/>
          </p:nvSpPr>
          <p:spPr>
            <a:xfrm>
              <a:off x="3911128" y="3582159"/>
              <a:ext cx="408241" cy="24574"/>
            </a:xfrm>
            <a:custGeom>
              <a:avLst/>
              <a:gdLst/>
              <a:ahLst/>
              <a:cxnLst/>
              <a:rect l="l" t="t" r="r" b="b"/>
              <a:pathLst>
                <a:path w="408241" h="24574" extrusionOk="0">
                  <a:moveTo>
                    <a:pt x="0" y="0"/>
                  </a:moveTo>
                  <a:lnTo>
                    <a:pt x="408242" y="0"/>
                  </a:lnTo>
                  <a:lnTo>
                    <a:pt x="408242"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0" name="Google Shape;1750;p49"/>
            <p:cNvSpPr/>
            <p:nvPr/>
          </p:nvSpPr>
          <p:spPr>
            <a:xfrm>
              <a:off x="3813306" y="3582159"/>
              <a:ext cx="74961" cy="24574"/>
            </a:xfrm>
            <a:custGeom>
              <a:avLst/>
              <a:gdLst/>
              <a:ahLst/>
              <a:cxnLst/>
              <a:rect l="l" t="t" r="r" b="b"/>
              <a:pathLst>
                <a:path w="74961" h="24574" extrusionOk="0">
                  <a:moveTo>
                    <a:pt x="0" y="0"/>
                  </a:moveTo>
                  <a:lnTo>
                    <a:pt x="74962" y="0"/>
                  </a:lnTo>
                  <a:lnTo>
                    <a:pt x="74962"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1" name="Google Shape;1751;p49"/>
            <p:cNvSpPr/>
            <p:nvPr/>
          </p:nvSpPr>
          <p:spPr>
            <a:xfrm>
              <a:off x="4038287" y="3638928"/>
              <a:ext cx="193071" cy="24574"/>
            </a:xfrm>
            <a:custGeom>
              <a:avLst/>
              <a:gdLst/>
              <a:ahLst/>
              <a:cxnLst/>
              <a:rect l="l" t="t" r="r" b="b"/>
              <a:pathLst>
                <a:path w="193071" h="24574" extrusionOk="0">
                  <a:moveTo>
                    <a:pt x="0" y="0"/>
                  </a:moveTo>
                  <a:lnTo>
                    <a:pt x="193072" y="0"/>
                  </a:lnTo>
                  <a:lnTo>
                    <a:pt x="193072"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2" name="Google Shape;1752;p49"/>
            <p:cNvSpPr/>
            <p:nvPr/>
          </p:nvSpPr>
          <p:spPr>
            <a:xfrm>
              <a:off x="4249647" y="3638928"/>
              <a:ext cx="69627" cy="24574"/>
            </a:xfrm>
            <a:custGeom>
              <a:avLst/>
              <a:gdLst/>
              <a:ahLst/>
              <a:cxnLst/>
              <a:rect l="l" t="t" r="r" b="b"/>
              <a:pathLst>
                <a:path w="69627" h="24574" extrusionOk="0">
                  <a:moveTo>
                    <a:pt x="0" y="0"/>
                  </a:moveTo>
                  <a:lnTo>
                    <a:pt x="69628" y="0"/>
                  </a:lnTo>
                  <a:lnTo>
                    <a:pt x="69628"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3" name="Google Shape;1753;p49"/>
            <p:cNvSpPr/>
            <p:nvPr/>
          </p:nvSpPr>
          <p:spPr>
            <a:xfrm>
              <a:off x="3813306" y="3638928"/>
              <a:ext cx="207454" cy="24574"/>
            </a:xfrm>
            <a:custGeom>
              <a:avLst/>
              <a:gdLst/>
              <a:ahLst/>
              <a:cxnLst/>
              <a:rect l="l" t="t" r="r" b="b"/>
              <a:pathLst>
                <a:path w="207454" h="24574" extrusionOk="0">
                  <a:moveTo>
                    <a:pt x="0" y="0"/>
                  </a:moveTo>
                  <a:lnTo>
                    <a:pt x="207454" y="0"/>
                  </a:lnTo>
                  <a:lnTo>
                    <a:pt x="207454"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4" name="Google Shape;1754;p49"/>
            <p:cNvSpPr/>
            <p:nvPr/>
          </p:nvSpPr>
          <p:spPr>
            <a:xfrm>
              <a:off x="3958753" y="3695697"/>
              <a:ext cx="168116" cy="24574"/>
            </a:xfrm>
            <a:custGeom>
              <a:avLst/>
              <a:gdLst/>
              <a:ahLst/>
              <a:cxnLst/>
              <a:rect l="l" t="t" r="r" b="b"/>
              <a:pathLst>
                <a:path w="168116" h="24574" extrusionOk="0">
                  <a:moveTo>
                    <a:pt x="0" y="0"/>
                  </a:moveTo>
                  <a:lnTo>
                    <a:pt x="168116" y="0"/>
                  </a:lnTo>
                  <a:lnTo>
                    <a:pt x="168116"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5" name="Google Shape;1755;p49"/>
            <p:cNvSpPr/>
            <p:nvPr/>
          </p:nvSpPr>
          <p:spPr>
            <a:xfrm>
              <a:off x="3813306" y="3695697"/>
              <a:ext cx="126492" cy="24574"/>
            </a:xfrm>
            <a:custGeom>
              <a:avLst/>
              <a:gdLst/>
              <a:ahLst/>
              <a:cxnLst/>
              <a:rect l="l" t="t" r="r" b="b"/>
              <a:pathLst>
                <a:path w="126492" h="24574" extrusionOk="0">
                  <a:moveTo>
                    <a:pt x="0" y="0"/>
                  </a:moveTo>
                  <a:lnTo>
                    <a:pt x="126492" y="0"/>
                  </a:lnTo>
                  <a:lnTo>
                    <a:pt x="126492"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6" name="Google Shape;1756;p49"/>
            <p:cNvSpPr/>
            <p:nvPr/>
          </p:nvSpPr>
          <p:spPr>
            <a:xfrm>
              <a:off x="4445862" y="3525295"/>
              <a:ext cx="198310" cy="24574"/>
            </a:xfrm>
            <a:custGeom>
              <a:avLst/>
              <a:gdLst/>
              <a:ahLst/>
              <a:cxnLst/>
              <a:rect l="l" t="t" r="r" b="b"/>
              <a:pathLst>
                <a:path w="198310" h="24574" extrusionOk="0">
                  <a:moveTo>
                    <a:pt x="0" y="0"/>
                  </a:moveTo>
                  <a:lnTo>
                    <a:pt x="198310" y="0"/>
                  </a:lnTo>
                  <a:lnTo>
                    <a:pt x="198310"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7" name="Google Shape;1757;p49"/>
            <p:cNvSpPr/>
            <p:nvPr/>
          </p:nvSpPr>
          <p:spPr>
            <a:xfrm>
              <a:off x="4661698" y="3525295"/>
              <a:ext cx="152590" cy="24574"/>
            </a:xfrm>
            <a:custGeom>
              <a:avLst/>
              <a:gdLst/>
              <a:ahLst/>
              <a:cxnLst/>
              <a:rect l="l" t="t" r="r" b="b"/>
              <a:pathLst>
                <a:path w="152590" h="24574" extrusionOk="0">
                  <a:moveTo>
                    <a:pt x="0" y="0"/>
                  </a:moveTo>
                  <a:lnTo>
                    <a:pt x="152590" y="0"/>
                  </a:lnTo>
                  <a:lnTo>
                    <a:pt x="152590"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8" name="Google Shape;1758;p49"/>
            <p:cNvSpPr/>
            <p:nvPr/>
          </p:nvSpPr>
          <p:spPr>
            <a:xfrm>
              <a:off x="4830672" y="3525295"/>
              <a:ext cx="121158" cy="24574"/>
            </a:xfrm>
            <a:custGeom>
              <a:avLst/>
              <a:gdLst/>
              <a:ahLst/>
              <a:cxnLst/>
              <a:rect l="l" t="t" r="r" b="b"/>
              <a:pathLst>
                <a:path w="121158" h="24574" extrusionOk="0">
                  <a:moveTo>
                    <a:pt x="0" y="0"/>
                  </a:moveTo>
                  <a:lnTo>
                    <a:pt x="121158" y="0"/>
                  </a:lnTo>
                  <a:lnTo>
                    <a:pt x="121158"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9" name="Google Shape;1759;p49"/>
            <p:cNvSpPr/>
            <p:nvPr/>
          </p:nvSpPr>
          <p:spPr>
            <a:xfrm>
              <a:off x="4543683" y="3582159"/>
              <a:ext cx="408241" cy="24574"/>
            </a:xfrm>
            <a:custGeom>
              <a:avLst/>
              <a:gdLst/>
              <a:ahLst/>
              <a:cxnLst/>
              <a:rect l="l" t="t" r="r" b="b"/>
              <a:pathLst>
                <a:path w="408241" h="24574" extrusionOk="0">
                  <a:moveTo>
                    <a:pt x="0" y="0"/>
                  </a:moveTo>
                  <a:lnTo>
                    <a:pt x="408241" y="0"/>
                  </a:lnTo>
                  <a:lnTo>
                    <a:pt x="408241"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0" name="Google Shape;1760;p49"/>
            <p:cNvSpPr/>
            <p:nvPr/>
          </p:nvSpPr>
          <p:spPr>
            <a:xfrm>
              <a:off x="4445862" y="3582159"/>
              <a:ext cx="74961" cy="24574"/>
            </a:xfrm>
            <a:custGeom>
              <a:avLst/>
              <a:gdLst/>
              <a:ahLst/>
              <a:cxnLst/>
              <a:rect l="l" t="t" r="r" b="b"/>
              <a:pathLst>
                <a:path w="74961" h="24574" extrusionOk="0">
                  <a:moveTo>
                    <a:pt x="0" y="0"/>
                  </a:moveTo>
                  <a:lnTo>
                    <a:pt x="74962" y="0"/>
                  </a:lnTo>
                  <a:lnTo>
                    <a:pt x="74962"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1" name="Google Shape;1761;p49"/>
            <p:cNvSpPr/>
            <p:nvPr/>
          </p:nvSpPr>
          <p:spPr>
            <a:xfrm>
              <a:off x="4670842" y="3638928"/>
              <a:ext cx="193071" cy="24574"/>
            </a:xfrm>
            <a:custGeom>
              <a:avLst/>
              <a:gdLst/>
              <a:ahLst/>
              <a:cxnLst/>
              <a:rect l="l" t="t" r="r" b="b"/>
              <a:pathLst>
                <a:path w="193071" h="24574" extrusionOk="0">
                  <a:moveTo>
                    <a:pt x="0" y="0"/>
                  </a:moveTo>
                  <a:lnTo>
                    <a:pt x="193072" y="0"/>
                  </a:lnTo>
                  <a:lnTo>
                    <a:pt x="193072"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2" name="Google Shape;1762;p49"/>
            <p:cNvSpPr/>
            <p:nvPr/>
          </p:nvSpPr>
          <p:spPr>
            <a:xfrm>
              <a:off x="4882202" y="3638928"/>
              <a:ext cx="69627" cy="24574"/>
            </a:xfrm>
            <a:custGeom>
              <a:avLst/>
              <a:gdLst/>
              <a:ahLst/>
              <a:cxnLst/>
              <a:rect l="l" t="t" r="r" b="b"/>
              <a:pathLst>
                <a:path w="69627" h="24574" extrusionOk="0">
                  <a:moveTo>
                    <a:pt x="0" y="0"/>
                  </a:moveTo>
                  <a:lnTo>
                    <a:pt x="69628" y="0"/>
                  </a:lnTo>
                  <a:lnTo>
                    <a:pt x="69628"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3" name="Google Shape;1763;p49"/>
            <p:cNvSpPr/>
            <p:nvPr/>
          </p:nvSpPr>
          <p:spPr>
            <a:xfrm>
              <a:off x="4445862" y="3638928"/>
              <a:ext cx="207454" cy="24574"/>
            </a:xfrm>
            <a:custGeom>
              <a:avLst/>
              <a:gdLst/>
              <a:ahLst/>
              <a:cxnLst/>
              <a:rect l="l" t="t" r="r" b="b"/>
              <a:pathLst>
                <a:path w="207454" h="24574" extrusionOk="0">
                  <a:moveTo>
                    <a:pt x="0" y="0"/>
                  </a:moveTo>
                  <a:lnTo>
                    <a:pt x="207455" y="0"/>
                  </a:lnTo>
                  <a:lnTo>
                    <a:pt x="207455"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4" name="Google Shape;1764;p49"/>
            <p:cNvSpPr/>
            <p:nvPr/>
          </p:nvSpPr>
          <p:spPr>
            <a:xfrm>
              <a:off x="4591308" y="3695697"/>
              <a:ext cx="168116" cy="24574"/>
            </a:xfrm>
            <a:custGeom>
              <a:avLst/>
              <a:gdLst/>
              <a:ahLst/>
              <a:cxnLst/>
              <a:rect l="l" t="t" r="r" b="b"/>
              <a:pathLst>
                <a:path w="168116" h="24574" extrusionOk="0">
                  <a:moveTo>
                    <a:pt x="0" y="0"/>
                  </a:moveTo>
                  <a:lnTo>
                    <a:pt x="168116" y="0"/>
                  </a:lnTo>
                  <a:lnTo>
                    <a:pt x="168116"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5" name="Google Shape;1765;p49"/>
            <p:cNvSpPr/>
            <p:nvPr/>
          </p:nvSpPr>
          <p:spPr>
            <a:xfrm>
              <a:off x="4445862" y="3695697"/>
              <a:ext cx="126492" cy="24574"/>
            </a:xfrm>
            <a:custGeom>
              <a:avLst/>
              <a:gdLst/>
              <a:ahLst/>
              <a:cxnLst/>
              <a:rect l="l" t="t" r="r" b="b"/>
              <a:pathLst>
                <a:path w="126492" h="24574" extrusionOk="0">
                  <a:moveTo>
                    <a:pt x="0" y="0"/>
                  </a:moveTo>
                  <a:lnTo>
                    <a:pt x="126492" y="0"/>
                  </a:lnTo>
                  <a:lnTo>
                    <a:pt x="126492" y="24574"/>
                  </a:lnTo>
                  <a:lnTo>
                    <a:pt x="0" y="245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6" name="Google Shape;1766;p49"/>
            <p:cNvSpPr/>
            <p:nvPr/>
          </p:nvSpPr>
          <p:spPr>
            <a:xfrm>
              <a:off x="4748471" y="3787994"/>
              <a:ext cx="202977" cy="54673"/>
            </a:xfrm>
            <a:custGeom>
              <a:avLst/>
              <a:gdLst/>
              <a:ahLst/>
              <a:cxnLst/>
              <a:rect l="l" t="t" r="r" b="b"/>
              <a:pathLst>
                <a:path w="202977" h="54673" extrusionOk="0">
                  <a:moveTo>
                    <a:pt x="27337" y="54674"/>
                  </a:moveTo>
                  <a:lnTo>
                    <a:pt x="175641" y="54674"/>
                  </a:lnTo>
                  <a:cubicBezTo>
                    <a:pt x="190690" y="54674"/>
                    <a:pt x="202978" y="42386"/>
                    <a:pt x="202978" y="27337"/>
                  </a:cubicBezTo>
                  <a:lnTo>
                    <a:pt x="202978" y="27337"/>
                  </a:lnTo>
                  <a:cubicBezTo>
                    <a:pt x="202978" y="12287"/>
                    <a:pt x="190690" y="0"/>
                    <a:pt x="175641" y="0"/>
                  </a:cubicBezTo>
                  <a:lnTo>
                    <a:pt x="27337" y="0"/>
                  </a:lnTo>
                  <a:cubicBezTo>
                    <a:pt x="12287" y="0"/>
                    <a:pt x="0" y="12287"/>
                    <a:pt x="0" y="27337"/>
                  </a:cubicBezTo>
                  <a:lnTo>
                    <a:pt x="0" y="27337"/>
                  </a:lnTo>
                  <a:cubicBezTo>
                    <a:pt x="0" y="42386"/>
                    <a:pt x="12287" y="54674"/>
                    <a:pt x="27337" y="5467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7" name="Google Shape;1767;p49"/>
            <p:cNvSpPr/>
            <p:nvPr/>
          </p:nvSpPr>
          <p:spPr>
            <a:xfrm>
              <a:off x="4796858" y="3809712"/>
              <a:ext cx="106203" cy="11239"/>
            </a:xfrm>
            <a:custGeom>
              <a:avLst/>
              <a:gdLst/>
              <a:ahLst/>
              <a:cxnLst/>
              <a:rect l="l" t="t" r="r" b="b"/>
              <a:pathLst>
                <a:path w="106203" h="11239" extrusionOk="0">
                  <a:moveTo>
                    <a:pt x="0" y="0"/>
                  </a:moveTo>
                  <a:lnTo>
                    <a:pt x="106204" y="0"/>
                  </a:lnTo>
                  <a:lnTo>
                    <a:pt x="106204" y="11239"/>
                  </a:lnTo>
                  <a:lnTo>
                    <a:pt x="0" y="1123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8" name="Google Shape;1768;p49"/>
            <p:cNvSpPr/>
            <p:nvPr/>
          </p:nvSpPr>
          <p:spPr>
            <a:xfrm>
              <a:off x="4116392" y="3787994"/>
              <a:ext cx="202977" cy="54673"/>
            </a:xfrm>
            <a:custGeom>
              <a:avLst/>
              <a:gdLst/>
              <a:ahLst/>
              <a:cxnLst/>
              <a:rect l="l" t="t" r="r" b="b"/>
              <a:pathLst>
                <a:path w="202977" h="54673" extrusionOk="0">
                  <a:moveTo>
                    <a:pt x="27337" y="54674"/>
                  </a:moveTo>
                  <a:lnTo>
                    <a:pt x="175641" y="54674"/>
                  </a:lnTo>
                  <a:cubicBezTo>
                    <a:pt x="190690" y="54674"/>
                    <a:pt x="202978" y="42386"/>
                    <a:pt x="202978" y="27337"/>
                  </a:cubicBezTo>
                  <a:lnTo>
                    <a:pt x="202978" y="27337"/>
                  </a:lnTo>
                  <a:cubicBezTo>
                    <a:pt x="202978" y="12287"/>
                    <a:pt x="190690" y="0"/>
                    <a:pt x="175641" y="0"/>
                  </a:cubicBezTo>
                  <a:lnTo>
                    <a:pt x="27337" y="0"/>
                  </a:lnTo>
                  <a:cubicBezTo>
                    <a:pt x="12287" y="0"/>
                    <a:pt x="0" y="12287"/>
                    <a:pt x="0" y="27337"/>
                  </a:cubicBezTo>
                  <a:lnTo>
                    <a:pt x="0" y="27337"/>
                  </a:lnTo>
                  <a:cubicBezTo>
                    <a:pt x="0" y="42386"/>
                    <a:pt x="12287" y="54674"/>
                    <a:pt x="27337" y="5467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9" name="Google Shape;1769;p49"/>
            <p:cNvSpPr/>
            <p:nvPr/>
          </p:nvSpPr>
          <p:spPr>
            <a:xfrm>
              <a:off x="4164779" y="3809712"/>
              <a:ext cx="106203" cy="11239"/>
            </a:xfrm>
            <a:custGeom>
              <a:avLst/>
              <a:gdLst/>
              <a:ahLst/>
              <a:cxnLst/>
              <a:rect l="l" t="t" r="r" b="b"/>
              <a:pathLst>
                <a:path w="106203" h="11239" extrusionOk="0">
                  <a:moveTo>
                    <a:pt x="0" y="0"/>
                  </a:moveTo>
                  <a:lnTo>
                    <a:pt x="106204" y="0"/>
                  </a:lnTo>
                  <a:lnTo>
                    <a:pt x="106204" y="11239"/>
                  </a:lnTo>
                  <a:lnTo>
                    <a:pt x="0" y="1123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0" name="Google Shape;1770;p49"/>
            <p:cNvSpPr/>
            <p:nvPr/>
          </p:nvSpPr>
          <p:spPr>
            <a:xfrm>
              <a:off x="4272602" y="2025869"/>
              <a:ext cx="219455" cy="31241"/>
            </a:xfrm>
            <a:custGeom>
              <a:avLst/>
              <a:gdLst/>
              <a:ahLst/>
              <a:cxnLst/>
              <a:rect l="l" t="t" r="r" b="b"/>
              <a:pathLst>
                <a:path w="219455" h="31241" extrusionOk="0">
                  <a:moveTo>
                    <a:pt x="203835" y="31242"/>
                  </a:moveTo>
                  <a:lnTo>
                    <a:pt x="15621" y="31242"/>
                  </a:lnTo>
                  <a:cubicBezTo>
                    <a:pt x="7049" y="31242"/>
                    <a:pt x="0" y="24194"/>
                    <a:pt x="0" y="15621"/>
                  </a:cubicBezTo>
                  <a:lnTo>
                    <a:pt x="0" y="15621"/>
                  </a:lnTo>
                  <a:cubicBezTo>
                    <a:pt x="0" y="7049"/>
                    <a:pt x="7049" y="0"/>
                    <a:pt x="15621" y="0"/>
                  </a:cubicBezTo>
                  <a:lnTo>
                    <a:pt x="203835" y="0"/>
                  </a:lnTo>
                  <a:cubicBezTo>
                    <a:pt x="212408" y="0"/>
                    <a:pt x="219456" y="7049"/>
                    <a:pt x="219456" y="15621"/>
                  </a:cubicBezTo>
                  <a:lnTo>
                    <a:pt x="219456" y="15621"/>
                  </a:lnTo>
                  <a:cubicBezTo>
                    <a:pt x="219456" y="24194"/>
                    <a:pt x="212408" y="31242"/>
                    <a:pt x="203835" y="31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1" name="Google Shape;1771;p49"/>
            <p:cNvSpPr/>
            <p:nvPr/>
          </p:nvSpPr>
          <p:spPr>
            <a:xfrm>
              <a:off x="4538349" y="2025869"/>
              <a:ext cx="73533" cy="31241"/>
            </a:xfrm>
            <a:custGeom>
              <a:avLst/>
              <a:gdLst/>
              <a:ahLst/>
              <a:cxnLst/>
              <a:rect l="l" t="t" r="r" b="b"/>
              <a:pathLst>
                <a:path w="73533" h="31241" extrusionOk="0">
                  <a:moveTo>
                    <a:pt x="57912" y="31242"/>
                  </a:moveTo>
                  <a:lnTo>
                    <a:pt x="15621" y="31242"/>
                  </a:lnTo>
                  <a:cubicBezTo>
                    <a:pt x="7049" y="31242"/>
                    <a:pt x="0" y="24194"/>
                    <a:pt x="0" y="15621"/>
                  </a:cubicBezTo>
                  <a:lnTo>
                    <a:pt x="0" y="15621"/>
                  </a:lnTo>
                  <a:cubicBezTo>
                    <a:pt x="0" y="7049"/>
                    <a:pt x="7049" y="0"/>
                    <a:pt x="15621" y="0"/>
                  </a:cubicBezTo>
                  <a:lnTo>
                    <a:pt x="57912" y="0"/>
                  </a:lnTo>
                  <a:cubicBezTo>
                    <a:pt x="66484" y="0"/>
                    <a:pt x="73533" y="7049"/>
                    <a:pt x="73533" y="15621"/>
                  </a:cubicBezTo>
                  <a:lnTo>
                    <a:pt x="73533" y="15621"/>
                  </a:lnTo>
                  <a:cubicBezTo>
                    <a:pt x="73533" y="24194"/>
                    <a:pt x="66484" y="31242"/>
                    <a:pt x="57912" y="312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2" name="Google Shape;1772;p49"/>
            <p:cNvSpPr/>
            <p:nvPr/>
          </p:nvSpPr>
          <p:spPr>
            <a:xfrm>
              <a:off x="4723610" y="2159410"/>
              <a:ext cx="86487" cy="86486"/>
            </a:xfrm>
            <a:custGeom>
              <a:avLst/>
              <a:gdLst/>
              <a:ahLst/>
              <a:cxnLst/>
              <a:rect l="l" t="t" r="r" b="b"/>
              <a:pathLst>
                <a:path w="86487" h="86486" extrusionOk="0">
                  <a:moveTo>
                    <a:pt x="86487" y="43243"/>
                  </a:moveTo>
                  <a:cubicBezTo>
                    <a:pt x="86487" y="67151"/>
                    <a:pt x="67151" y="86487"/>
                    <a:pt x="43244" y="86487"/>
                  </a:cubicBezTo>
                  <a:cubicBezTo>
                    <a:pt x="19336" y="86487"/>
                    <a:pt x="0" y="67151"/>
                    <a:pt x="0" y="43243"/>
                  </a:cubicBezTo>
                  <a:cubicBezTo>
                    <a:pt x="0" y="19336"/>
                    <a:pt x="19336" y="0"/>
                    <a:pt x="43244" y="0"/>
                  </a:cubicBezTo>
                  <a:cubicBezTo>
                    <a:pt x="67151" y="0"/>
                    <a:pt x="86487" y="19336"/>
                    <a:pt x="86487" y="43243"/>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3" name="Google Shape;1773;p49"/>
            <p:cNvSpPr/>
            <p:nvPr/>
          </p:nvSpPr>
          <p:spPr>
            <a:xfrm>
              <a:off x="4842578" y="2159410"/>
              <a:ext cx="86486" cy="86486"/>
            </a:xfrm>
            <a:custGeom>
              <a:avLst/>
              <a:gdLst/>
              <a:ahLst/>
              <a:cxnLst/>
              <a:rect l="l" t="t" r="r" b="b"/>
              <a:pathLst>
                <a:path w="86486" h="86486" extrusionOk="0">
                  <a:moveTo>
                    <a:pt x="86487" y="43243"/>
                  </a:moveTo>
                  <a:cubicBezTo>
                    <a:pt x="86487" y="67151"/>
                    <a:pt x="67151" y="86487"/>
                    <a:pt x="43243" y="86487"/>
                  </a:cubicBezTo>
                  <a:cubicBezTo>
                    <a:pt x="19336" y="86487"/>
                    <a:pt x="0" y="67151"/>
                    <a:pt x="0" y="43243"/>
                  </a:cubicBezTo>
                  <a:cubicBezTo>
                    <a:pt x="0" y="19336"/>
                    <a:pt x="19336" y="0"/>
                    <a:pt x="43243" y="0"/>
                  </a:cubicBezTo>
                  <a:cubicBezTo>
                    <a:pt x="67151" y="0"/>
                    <a:pt x="86487" y="19336"/>
                    <a:pt x="86487" y="4324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4" name="Google Shape;1774;p49"/>
            <p:cNvSpPr/>
            <p:nvPr/>
          </p:nvSpPr>
          <p:spPr>
            <a:xfrm>
              <a:off x="4961450" y="2159410"/>
              <a:ext cx="86487" cy="86486"/>
            </a:xfrm>
            <a:custGeom>
              <a:avLst/>
              <a:gdLst/>
              <a:ahLst/>
              <a:cxnLst/>
              <a:rect l="l" t="t" r="r" b="b"/>
              <a:pathLst>
                <a:path w="86487" h="86486" extrusionOk="0">
                  <a:moveTo>
                    <a:pt x="86487" y="43243"/>
                  </a:moveTo>
                  <a:cubicBezTo>
                    <a:pt x="86487" y="67151"/>
                    <a:pt x="67151" y="86487"/>
                    <a:pt x="43244" y="86487"/>
                  </a:cubicBezTo>
                  <a:cubicBezTo>
                    <a:pt x="19336" y="86487"/>
                    <a:pt x="0" y="67151"/>
                    <a:pt x="0" y="43243"/>
                  </a:cubicBezTo>
                  <a:cubicBezTo>
                    <a:pt x="0" y="19336"/>
                    <a:pt x="19336" y="0"/>
                    <a:pt x="43244" y="0"/>
                  </a:cubicBezTo>
                  <a:cubicBezTo>
                    <a:pt x="67151" y="0"/>
                    <a:pt x="86487" y="19336"/>
                    <a:pt x="86487" y="4324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5" name="Google Shape;1775;p49"/>
            <p:cNvSpPr/>
            <p:nvPr/>
          </p:nvSpPr>
          <p:spPr>
            <a:xfrm>
              <a:off x="3732820" y="2426872"/>
              <a:ext cx="1416081" cy="268033"/>
            </a:xfrm>
            <a:custGeom>
              <a:avLst/>
              <a:gdLst/>
              <a:ahLst/>
              <a:cxnLst/>
              <a:rect l="l" t="t" r="r" b="b"/>
              <a:pathLst>
                <a:path w="1416081" h="268033" extrusionOk="0">
                  <a:moveTo>
                    <a:pt x="0" y="0"/>
                  </a:moveTo>
                  <a:lnTo>
                    <a:pt x="1416082" y="0"/>
                  </a:lnTo>
                  <a:lnTo>
                    <a:pt x="1416082" y="268034"/>
                  </a:lnTo>
                  <a:lnTo>
                    <a:pt x="0" y="26803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6" name="Google Shape;1776;p49"/>
            <p:cNvSpPr/>
            <p:nvPr/>
          </p:nvSpPr>
          <p:spPr>
            <a:xfrm>
              <a:off x="3787303" y="2381819"/>
              <a:ext cx="232219" cy="232219"/>
            </a:xfrm>
            <a:custGeom>
              <a:avLst/>
              <a:gdLst/>
              <a:ahLst/>
              <a:cxnLst/>
              <a:rect l="l" t="t" r="r" b="b"/>
              <a:pathLst>
                <a:path w="232219" h="232219" extrusionOk="0">
                  <a:moveTo>
                    <a:pt x="185547" y="0"/>
                  </a:moveTo>
                  <a:cubicBezTo>
                    <a:pt x="211323" y="0"/>
                    <a:pt x="232219" y="20896"/>
                    <a:pt x="232219" y="46673"/>
                  </a:cubicBezTo>
                  <a:lnTo>
                    <a:pt x="232219" y="185547"/>
                  </a:lnTo>
                  <a:cubicBezTo>
                    <a:pt x="232219" y="211324"/>
                    <a:pt x="211323" y="232219"/>
                    <a:pt x="185547" y="232219"/>
                  </a:cubicBezTo>
                  <a:lnTo>
                    <a:pt x="46672" y="232219"/>
                  </a:lnTo>
                  <a:cubicBezTo>
                    <a:pt x="20896" y="232219"/>
                    <a:pt x="0" y="211323"/>
                    <a:pt x="0" y="185547"/>
                  </a:cubicBezTo>
                  <a:lnTo>
                    <a:pt x="0" y="46673"/>
                  </a:lnTo>
                  <a:cubicBezTo>
                    <a:pt x="0" y="20896"/>
                    <a:pt x="20896" y="0"/>
                    <a:pt x="46672"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77" name="Google Shape;1777;p49"/>
            <p:cNvGrpSpPr/>
            <p:nvPr/>
          </p:nvGrpSpPr>
          <p:grpSpPr>
            <a:xfrm>
              <a:off x="3889602" y="2786441"/>
              <a:ext cx="1128902" cy="610171"/>
              <a:chOff x="4511802" y="3739991"/>
              <a:chExt cx="1128902" cy="610171"/>
            </a:xfrm>
          </p:grpSpPr>
          <p:sp>
            <p:nvSpPr>
              <p:cNvPr id="1778" name="Google Shape;1778;p49"/>
              <p:cNvSpPr/>
              <p:nvPr/>
            </p:nvSpPr>
            <p:spPr>
              <a:xfrm>
                <a:off x="4511802" y="3739991"/>
                <a:ext cx="1128902" cy="610171"/>
              </a:xfrm>
              <a:custGeom>
                <a:avLst/>
                <a:gdLst/>
                <a:ahLst/>
                <a:cxnLst/>
                <a:rect l="l" t="t" r="r" b="b"/>
                <a:pathLst>
                  <a:path w="1128902" h="610171" extrusionOk="0">
                    <a:moveTo>
                      <a:pt x="1060323" y="0"/>
                    </a:moveTo>
                    <a:cubicBezTo>
                      <a:pt x="1098199" y="0"/>
                      <a:pt x="1128903" y="30704"/>
                      <a:pt x="1128903" y="68580"/>
                    </a:cubicBezTo>
                    <a:lnTo>
                      <a:pt x="1128903" y="541592"/>
                    </a:lnTo>
                    <a:cubicBezTo>
                      <a:pt x="1128903" y="579467"/>
                      <a:pt x="1098199" y="610172"/>
                      <a:pt x="1060323" y="610172"/>
                    </a:cubicBezTo>
                    <a:lnTo>
                      <a:pt x="68580" y="610172"/>
                    </a:lnTo>
                    <a:cubicBezTo>
                      <a:pt x="30704" y="610172"/>
                      <a:pt x="0" y="579468"/>
                      <a:pt x="0" y="541592"/>
                    </a:cubicBezTo>
                    <a:lnTo>
                      <a:pt x="0" y="68580"/>
                    </a:lnTo>
                    <a:cubicBezTo>
                      <a:pt x="0" y="30704"/>
                      <a:pt x="30704" y="0"/>
                      <a:pt x="6858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79" name="Google Shape;1779;p49"/>
              <p:cNvGrpSpPr/>
              <p:nvPr/>
            </p:nvGrpSpPr>
            <p:grpSpPr>
              <a:xfrm>
                <a:off x="4838223" y="4249674"/>
                <a:ext cx="476060" cy="50673"/>
                <a:chOff x="4838223" y="4249674"/>
                <a:chExt cx="476060" cy="50673"/>
              </a:xfrm>
            </p:grpSpPr>
            <p:sp>
              <p:nvSpPr>
                <p:cNvPr id="1780" name="Google Shape;1780;p49"/>
                <p:cNvSpPr/>
                <p:nvPr/>
              </p:nvSpPr>
              <p:spPr>
                <a:xfrm>
                  <a:off x="4838223" y="4249674"/>
                  <a:ext cx="50672" cy="50673"/>
                </a:xfrm>
                <a:custGeom>
                  <a:avLst/>
                  <a:gdLst/>
                  <a:ahLst/>
                  <a:cxnLst/>
                  <a:rect l="l" t="t" r="r" b="b"/>
                  <a:pathLst>
                    <a:path w="50672" h="50673" extrusionOk="0">
                      <a:moveTo>
                        <a:pt x="50673" y="25337"/>
                      </a:moveTo>
                      <a:cubicBezTo>
                        <a:pt x="50673" y="39330"/>
                        <a:pt x="39330" y="50673"/>
                        <a:pt x="25337" y="50673"/>
                      </a:cubicBezTo>
                      <a:cubicBezTo>
                        <a:pt x="11344" y="50673"/>
                        <a:pt x="0" y="39330"/>
                        <a:pt x="0" y="25337"/>
                      </a:cubicBezTo>
                      <a:cubicBezTo>
                        <a:pt x="0" y="11344"/>
                        <a:pt x="11343" y="0"/>
                        <a:pt x="25337" y="0"/>
                      </a:cubicBezTo>
                      <a:cubicBezTo>
                        <a:pt x="39329" y="0"/>
                        <a:pt x="50673" y="11344"/>
                        <a:pt x="50673" y="253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1" name="Google Shape;1781;p49"/>
                <p:cNvSpPr/>
                <p:nvPr/>
              </p:nvSpPr>
              <p:spPr>
                <a:xfrm>
                  <a:off x="4944618" y="4249674"/>
                  <a:ext cx="50672" cy="50673"/>
                </a:xfrm>
                <a:custGeom>
                  <a:avLst/>
                  <a:gdLst/>
                  <a:ahLst/>
                  <a:cxnLst/>
                  <a:rect l="l" t="t" r="r" b="b"/>
                  <a:pathLst>
                    <a:path w="50672" h="50673" extrusionOk="0">
                      <a:moveTo>
                        <a:pt x="50673" y="25337"/>
                      </a:moveTo>
                      <a:cubicBezTo>
                        <a:pt x="50673" y="39330"/>
                        <a:pt x="39330" y="50673"/>
                        <a:pt x="25336" y="50673"/>
                      </a:cubicBezTo>
                      <a:cubicBezTo>
                        <a:pt x="11344" y="50673"/>
                        <a:pt x="0" y="39330"/>
                        <a:pt x="0" y="25337"/>
                      </a:cubicBezTo>
                      <a:cubicBezTo>
                        <a:pt x="0" y="11344"/>
                        <a:pt x="11343" y="0"/>
                        <a:pt x="25336" y="0"/>
                      </a:cubicBezTo>
                      <a:cubicBezTo>
                        <a:pt x="39329" y="0"/>
                        <a:pt x="50673" y="11344"/>
                        <a:pt x="50673" y="253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2" name="Google Shape;1782;p49"/>
                <p:cNvSpPr/>
                <p:nvPr/>
              </p:nvSpPr>
              <p:spPr>
                <a:xfrm>
                  <a:off x="5050917" y="4249674"/>
                  <a:ext cx="50672" cy="50673"/>
                </a:xfrm>
                <a:custGeom>
                  <a:avLst/>
                  <a:gdLst/>
                  <a:ahLst/>
                  <a:cxnLst/>
                  <a:rect l="l" t="t" r="r" b="b"/>
                  <a:pathLst>
                    <a:path w="50672" h="50673" extrusionOk="0">
                      <a:moveTo>
                        <a:pt x="50673" y="25337"/>
                      </a:moveTo>
                      <a:cubicBezTo>
                        <a:pt x="50673" y="39330"/>
                        <a:pt x="39330" y="50673"/>
                        <a:pt x="25337" y="50673"/>
                      </a:cubicBezTo>
                      <a:cubicBezTo>
                        <a:pt x="11344" y="50673"/>
                        <a:pt x="0" y="39330"/>
                        <a:pt x="0" y="25337"/>
                      </a:cubicBezTo>
                      <a:cubicBezTo>
                        <a:pt x="0" y="11344"/>
                        <a:pt x="11343" y="0"/>
                        <a:pt x="25337" y="0"/>
                      </a:cubicBezTo>
                      <a:cubicBezTo>
                        <a:pt x="39329" y="0"/>
                        <a:pt x="50673" y="11344"/>
                        <a:pt x="50673" y="253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3" name="Google Shape;1783;p49"/>
                <p:cNvSpPr/>
                <p:nvPr/>
              </p:nvSpPr>
              <p:spPr>
                <a:xfrm>
                  <a:off x="5157311" y="4249674"/>
                  <a:ext cx="50673" cy="50673"/>
                </a:xfrm>
                <a:custGeom>
                  <a:avLst/>
                  <a:gdLst/>
                  <a:ahLst/>
                  <a:cxnLst/>
                  <a:rect l="l" t="t" r="r" b="b"/>
                  <a:pathLst>
                    <a:path w="50673" h="50673" extrusionOk="0">
                      <a:moveTo>
                        <a:pt x="50673" y="25337"/>
                      </a:moveTo>
                      <a:cubicBezTo>
                        <a:pt x="50673" y="39338"/>
                        <a:pt x="39338" y="50673"/>
                        <a:pt x="25337" y="50673"/>
                      </a:cubicBezTo>
                      <a:cubicBezTo>
                        <a:pt x="11335" y="50673"/>
                        <a:pt x="0" y="39338"/>
                        <a:pt x="0" y="25337"/>
                      </a:cubicBezTo>
                      <a:cubicBezTo>
                        <a:pt x="0" y="11335"/>
                        <a:pt x="11335" y="0"/>
                        <a:pt x="25337" y="0"/>
                      </a:cubicBezTo>
                      <a:cubicBezTo>
                        <a:pt x="39338" y="0"/>
                        <a:pt x="50673" y="11335"/>
                        <a:pt x="50673" y="253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4" name="Google Shape;1784;p49"/>
                <p:cNvSpPr/>
                <p:nvPr/>
              </p:nvSpPr>
              <p:spPr>
                <a:xfrm>
                  <a:off x="5263610" y="4249674"/>
                  <a:ext cx="50673" cy="50673"/>
                </a:xfrm>
                <a:custGeom>
                  <a:avLst/>
                  <a:gdLst/>
                  <a:ahLst/>
                  <a:cxnLst/>
                  <a:rect l="l" t="t" r="r" b="b"/>
                  <a:pathLst>
                    <a:path w="50673" h="50673" extrusionOk="0">
                      <a:moveTo>
                        <a:pt x="50673" y="25337"/>
                      </a:moveTo>
                      <a:cubicBezTo>
                        <a:pt x="50673" y="39338"/>
                        <a:pt x="39338" y="50673"/>
                        <a:pt x="25337" y="50673"/>
                      </a:cubicBezTo>
                      <a:cubicBezTo>
                        <a:pt x="11335" y="50673"/>
                        <a:pt x="0" y="39338"/>
                        <a:pt x="0" y="25337"/>
                      </a:cubicBezTo>
                      <a:cubicBezTo>
                        <a:pt x="0" y="11335"/>
                        <a:pt x="11335" y="0"/>
                        <a:pt x="25337" y="0"/>
                      </a:cubicBezTo>
                      <a:cubicBezTo>
                        <a:pt x="39338" y="0"/>
                        <a:pt x="50673" y="11335"/>
                        <a:pt x="50673" y="2533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85" name="Google Shape;1785;p49"/>
            <p:cNvGrpSpPr/>
            <p:nvPr/>
          </p:nvGrpSpPr>
          <p:grpSpPr>
            <a:xfrm>
              <a:off x="3738654" y="3017809"/>
              <a:ext cx="1430798" cy="123051"/>
              <a:chOff x="4360854" y="3971359"/>
              <a:chExt cx="1430798" cy="123051"/>
            </a:xfrm>
          </p:grpSpPr>
          <p:sp>
            <p:nvSpPr>
              <p:cNvPr id="1786" name="Google Shape;1786;p49"/>
              <p:cNvSpPr/>
              <p:nvPr/>
            </p:nvSpPr>
            <p:spPr>
              <a:xfrm>
                <a:off x="4360854" y="3971359"/>
                <a:ext cx="66651" cy="123051"/>
              </a:xfrm>
              <a:custGeom>
                <a:avLst/>
                <a:gdLst/>
                <a:ahLst/>
                <a:cxnLst/>
                <a:rect l="l" t="t" r="r" b="b"/>
                <a:pathLst>
                  <a:path w="66651" h="123051" extrusionOk="0">
                    <a:moveTo>
                      <a:pt x="1500" y="65145"/>
                    </a:moveTo>
                    <a:lnTo>
                      <a:pt x="57888" y="121533"/>
                    </a:lnTo>
                    <a:cubicBezTo>
                      <a:pt x="61127" y="124772"/>
                      <a:pt x="66651" y="122485"/>
                      <a:pt x="66651" y="117914"/>
                    </a:cubicBezTo>
                    <a:lnTo>
                      <a:pt x="66651" y="5138"/>
                    </a:lnTo>
                    <a:cubicBezTo>
                      <a:pt x="66651" y="566"/>
                      <a:pt x="61127" y="-1720"/>
                      <a:pt x="57888" y="1518"/>
                    </a:cubicBezTo>
                    <a:lnTo>
                      <a:pt x="1500" y="57906"/>
                    </a:lnTo>
                    <a:cubicBezTo>
                      <a:pt x="-500" y="59906"/>
                      <a:pt x="-500" y="63145"/>
                      <a:pt x="1500" y="6524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7" name="Google Shape;1787;p49"/>
              <p:cNvSpPr/>
              <p:nvPr/>
            </p:nvSpPr>
            <p:spPr>
              <a:xfrm>
                <a:off x="5725001" y="3971359"/>
                <a:ext cx="66651" cy="123051"/>
              </a:xfrm>
              <a:custGeom>
                <a:avLst/>
                <a:gdLst/>
                <a:ahLst/>
                <a:cxnLst/>
                <a:rect l="l" t="t" r="r" b="b"/>
                <a:pathLst>
                  <a:path w="66651" h="123051" extrusionOk="0">
                    <a:moveTo>
                      <a:pt x="65151" y="65145"/>
                    </a:moveTo>
                    <a:lnTo>
                      <a:pt x="8763" y="121533"/>
                    </a:lnTo>
                    <a:cubicBezTo>
                      <a:pt x="5525" y="124772"/>
                      <a:pt x="0" y="122485"/>
                      <a:pt x="0" y="117914"/>
                    </a:cubicBezTo>
                    <a:lnTo>
                      <a:pt x="0" y="5138"/>
                    </a:lnTo>
                    <a:cubicBezTo>
                      <a:pt x="0" y="566"/>
                      <a:pt x="5525" y="-1720"/>
                      <a:pt x="8763" y="1518"/>
                    </a:cubicBezTo>
                    <a:lnTo>
                      <a:pt x="65151" y="57906"/>
                    </a:lnTo>
                    <a:cubicBezTo>
                      <a:pt x="67151" y="59906"/>
                      <a:pt x="67151" y="63145"/>
                      <a:pt x="65151" y="6524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788" name="Google Shape;1788;p49"/>
          <p:cNvGrpSpPr/>
          <p:nvPr/>
        </p:nvGrpSpPr>
        <p:grpSpPr>
          <a:xfrm>
            <a:off x="2472301" y="3586302"/>
            <a:ext cx="780835" cy="462544"/>
            <a:chOff x="4309776" y="600731"/>
            <a:chExt cx="780835" cy="462544"/>
          </a:xfrm>
        </p:grpSpPr>
        <p:sp>
          <p:nvSpPr>
            <p:cNvPr id="1789" name="Google Shape;1789;p49"/>
            <p:cNvSpPr/>
            <p:nvPr/>
          </p:nvSpPr>
          <p:spPr>
            <a:xfrm>
              <a:off x="4309776" y="730567"/>
              <a:ext cx="631507" cy="332708"/>
            </a:xfrm>
            <a:custGeom>
              <a:avLst/>
              <a:gdLst/>
              <a:ahLst/>
              <a:cxnLst/>
              <a:rect l="l" t="t" r="r" b="b"/>
              <a:pathLst>
                <a:path w="631507" h="332708" extrusionOk="0">
                  <a:moveTo>
                    <a:pt x="631508" y="44577"/>
                  </a:moveTo>
                  <a:lnTo>
                    <a:pt x="631508" y="288131"/>
                  </a:lnTo>
                  <a:cubicBezTo>
                    <a:pt x="631508" y="312706"/>
                    <a:pt x="611505" y="332708"/>
                    <a:pt x="587026" y="332708"/>
                  </a:cubicBezTo>
                  <a:lnTo>
                    <a:pt x="44482" y="332708"/>
                  </a:lnTo>
                  <a:cubicBezTo>
                    <a:pt x="19907" y="332708"/>
                    <a:pt x="0" y="312706"/>
                    <a:pt x="0" y="288131"/>
                  </a:cubicBezTo>
                  <a:lnTo>
                    <a:pt x="0" y="44577"/>
                  </a:lnTo>
                  <a:cubicBezTo>
                    <a:pt x="0" y="20002"/>
                    <a:pt x="19812" y="0"/>
                    <a:pt x="44482" y="0"/>
                  </a:cubicBezTo>
                  <a:lnTo>
                    <a:pt x="587026" y="0"/>
                  </a:lnTo>
                  <a:cubicBezTo>
                    <a:pt x="611505" y="0"/>
                    <a:pt x="631508" y="20002"/>
                    <a:pt x="631508" y="4457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0" name="Google Shape;1790;p49"/>
            <p:cNvSpPr/>
            <p:nvPr/>
          </p:nvSpPr>
          <p:spPr>
            <a:xfrm>
              <a:off x="4834985" y="730567"/>
              <a:ext cx="106394" cy="133731"/>
            </a:xfrm>
            <a:custGeom>
              <a:avLst/>
              <a:gdLst/>
              <a:ahLst/>
              <a:cxnLst/>
              <a:rect l="l" t="t" r="r" b="b"/>
              <a:pathLst>
                <a:path w="106394" h="133731" extrusionOk="0">
                  <a:moveTo>
                    <a:pt x="106299" y="44577"/>
                  </a:moveTo>
                  <a:lnTo>
                    <a:pt x="106299" y="133636"/>
                  </a:lnTo>
                  <a:cubicBezTo>
                    <a:pt x="104870" y="133731"/>
                    <a:pt x="103346" y="133731"/>
                    <a:pt x="101917" y="133731"/>
                  </a:cubicBezTo>
                  <a:cubicBezTo>
                    <a:pt x="45625" y="133731"/>
                    <a:pt x="0" y="88011"/>
                    <a:pt x="0" y="31718"/>
                  </a:cubicBezTo>
                  <a:cubicBezTo>
                    <a:pt x="0" y="20574"/>
                    <a:pt x="1714" y="10001"/>
                    <a:pt x="5048" y="0"/>
                  </a:cubicBezTo>
                  <a:lnTo>
                    <a:pt x="61913" y="0"/>
                  </a:lnTo>
                  <a:cubicBezTo>
                    <a:pt x="86392" y="0"/>
                    <a:pt x="106394" y="20002"/>
                    <a:pt x="106394" y="4457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91" name="Google Shape;1791;p49"/>
            <p:cNvGrpSpPr/>
            <p:nvPr/>
          </p:nvGrpSpPr>
          <p:grpSpPr>
            <a:xfrm>
              <a:off x="4801916" y="600731"/>
              <a:ext cx="288695" cy="288695"/>
              <a:chOff x="4801916" y="600731"/>
              <a:chExt cx="288695" cy="288695"/>
            </a:xfrm>
          </p:grpSpPr>
          <p:sp>
            <p:nvSpPr>
              <p:cNvPr id="1792" name="Google Shape;1792;p49"/>
              <p:cNvSpPr/>
              <p:nvPr/>
            </p:nvSpPr>
            <p:spPr>
              <a:xfrm rot="-2700000">
                <a:off x="4844194" y="643009"/>
                <a:ext cx="204138" cy="204138"/>
              </a:xfrm>
              <a:custGeom>
                <a:avLst/>
                <a:gdLst/>
                <a:ahLst/>
                <a:cxnLst/>
                <a:rect l="l" t="t" r="r" b="b"/>
                <a:pathLst>
                  <a:path w="204025" h="204025" extrusionOk="0">
                    <a:moveTo>
                      <a:pt x="204026" y="102013"/>
                    </a:moveTo>
                    <a:cubicBezTo>
                      <a:pt x="204026" y="158353"/>
                      <a:pt x="158353" y="204026"/>
                      <a:pt x="102013" y="204026"/>
                    </a:cubicBezTo>
                    <a:cubicBezTo>
                      <a:pt x="45673" y="204026"/>
                      <a:pt x="0" y="158353"/>
                      <a:pt x="0" y="102013"/>
                    </a:cubicBezTo>
                    <a:cubicBezTo>
                      <a:pt x="0" y="45673"/>
                      <a:pt x="45673" y="0"/>
                      <a:pt x="102013" y="0"/>
                    </a:cubicBezTo>
                    <a:cubicBezTo>
                      <a:pt x="158353" y="0"/>
                      <a:pt x="204026" y="45673"/>
                      <a:pt x="204026" y="10201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3" name="Google Shape;1793;p49"/>
              <p:cNvSpPr/>
              <p:nvPr/>
            </p:nvSpPr>
            <p:spPr>
              <a:xfrm>
                <a:off x="4888801" y="703802"/>
                <a:ext cx="114585" cy="88106"/>
              </a:xfrm>
              <a:custGeom>
                <a:avLst/>
                <a:gdLst/>
                <a:ahLst/>
                <a:cxnLst/>
                <a:rect l="l" t="t" r="r" b="b"/>
                <a:pathLst>
                  <a:path w="114585" h="88106" extrusionOk="0">
                    <a:moveTo>
                      <a:pt x="0" y="61722"/>
                    </a:moveTo>
                    <a:lnTo>
                      <a:pt x="26479" y="88106"/>
                    </a:lnTo>
                    <a:lnTo>
                      <a:pt x="114586" y="0"/>
                    </a:lnTo>
                  </a:path>
                </a:pathLst>
              </a:custGeom>
              <a:noFill/>
              <a:ln w="205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794" name="Google Shape;1794;p49"/>
            <p:cNvGrpSpPr/>
            <p:nvPr/>
          </p:nvGrpSpPr>
          <p:grpSpPr>
            <a:xfrm>
              <a:off x="4423219" y="820197"/>
              <a:ext cx="400335" cy="153543"/>
              <a:chOff x="4423219" y="820197"/>
              <a:chExt cx="400335" cy="153543"/>
            </a:xfrm>
          </p:grpSpPr>
          <p:grpSp>
            <p:nvGrpSpPr>
              <p:cNvPr id="1795" name="Google Shape;1795;p49"/>
              <p:cNvGrpSpPr/>
              <p:nvPr/>
            </p:nvGrpSpPr>
            <p:grpSpPr>
              <a:xfrm>
                <a:off x="4511040" y="820197"/>
                <a:ext cx="224599" cy="153543"/>
                <a:chOff x="4511040" y="820197"/>
                <a:chExt cx="224599" cy="153543"/>
              </a:xfrm>
            </p:grpSpPr>
            <p:sp>
              <p:nvSpPr>
                <p:cNvPr id="1796" name="Google Shape;1796;p49"/>
                <p:cNvSpPr/>
                <p:nvPr/>
              </p:nvSpPr>
              <p:spPr>
                <a:xfrm>
                  <a:off x="4511040" y="820197"/>
                  <a:ext cx="224599" cy="153543"/>
                </a:xfrm>
                <a:custGeom>
                  <a:avLst/>
                  <a:gdLst/>
                  <a:ahLst/>
                  <a:cxnLst/>
                  <a:rect l="l" t="t" r="r" b="b"/>
                  <a:pathLst>
                    <a:path w="224599" h="153543" extrusionOk="0">
                      <a:moveTo>
                        <a:pt x="208121" y="0"/>
                      </a:moveTo>
                      <a:cubicBezTo>
                        <a:pt x="217222" y="0"/>
                        <a:pt x="224599" y="7378"/>
                        <a:pt x="224599" y="16478"/>
                      </a:cubicBezTo>
                      <a:lnTo>
                        <a:pt x="224599" y="137065"/>
                      </a:lnTo>
                      <a:cubicBezTo>
                        <a:pt x="224599" y="146165"/>
                        <a:pt x="217222" y="153543"/>
                        <a:pt x="208121" y="153543"/>
                      </a:cubicBezTo>
                      <a:lnTo>
                        <a:pt x="16478" y="153543"/>
                      </a:lnTo>
                      <a:cubicBezTo>
                        <a:pt x="7378" y="153543"/>
                        <a:pt x="0" y="146165"/>
                        <a:pt x="0" y="137065"/>
                      </a:cubicBezTo>
                      <a:lnTo>
                        <a:pt x="0" y="16478"/>
                      </a:lnTo>
                      <a:cubicBezTo>
                        <a:pt x="0" y="7378"/>
                        <a:pt x="7378" y="0"/>
                        <a:pt x="16478"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97" name="Google Shape;1797;p49"/>
                <p:cNvGrpSpPr/>
                <p:nvPr/>
              </p:nvGrpSpPr>
              <p:grpSpPr>
                <a:xfrm>
                  <a:off x="4524184" y="832485"/>
                  <a:ext cx="198405" cy="131635"/>
                  <a:chOff x="4524184" y="832485"/>
                  <a:chExt cx="198405" cy="131635"/>
                </a:xfrm>
              </p:grpSpPr>
              <p:sp>
                <p:nvSpPr>
                  <p:cNvPr id="1798" name="Google Shape;1798;p49"/>
                  <p:cNvSpPr/>
                  <p:nvPr/>
                </p:nvSpPr>
                <p:spPr>
                  <a:xfrm>
                    <a:off x="4524184" y="832485"/>
                    <a:ext cx="198405" cy="131635"/>
                  </a:xfrm>
                  <a:custGeom>
                    <a:avLst/>
                    <a:gdLst/>
                    <a:ahLst/>
                    <a:cxnLst/>
                    <a:rect l="l" t="t" r="r" b="b"/>
                    <a:pathLst>
                      <a:path w="198405" h="131635" extrusionOk="0">
                        <a:moveTo>
                          <a:pt x="0" y="131636"/>
                        </a:moveTo>
                        <a:lnTo>
                          <a:pt x="198406" y="0"/>
                        </a:lnTo>
                      </a:path>
                    </a:pathLst>
                  </a:custGeom>
                  <a:noFill/>
                  <a:ln w="9525" cap="rnd"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9" name="Google Shape;1799;p49"/>
                  <p:cNvSpPr/>
                  <p:nvPr/>
                </p:nvSpPr>
                <p:spPr>
                  <a:xfrm>
                    <a:off x="4524184" y="832485"/>
                    <a:ext cx="198405" cy="131635"/>
                  </a:xfrm>
                  <a:custGeom>
                    <a:avLst/>
                    <a:gdLst/>
                    <a:ahLst/>
                    <a:cxnLst/>
                    <a:rect l="l" t="t" r="r" b="b"/>
                    <a:pathLst>
                      <a:path w="198405" h="131635" extrusionOk="0">
                        <a:moveTo>
                          <a:pt x="198406" y="131636"/>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00" name="Google Shape;1800;p49"/>
              <p:cNvGrpSpPr/>
              <p:nvPr/>
            </p:nvGrpSpPr>
            <p:grpSpPr>
              <a:xfrm>
                <a:off x="4423219" y="867251"/>
                <a:ext cx="400335" cy="52101"/>
                <a:chOff x="4423219" y="867251"/>
                <a:chExt cx="400335" cy="52101"/>
              </a:xfrm>
            </p:grpSpPr>
            <p:sp>
              <p:nvSpPr>
                <p:cNvPr id="1801" name="Google Shape;1801;p49"/>
                <p:cNvSpPr/>
                <p:nvPr/>
              </p:nvSpPr>
              <p:spPr>
                <a:xfrm>
                  <a:off x="4798313" y="867251"/>
                  <a:ext cx="25241" cy="50482"/>
                </a:xfrm>
                <a:custGeom>
                  <a:avLst/>
                  <a:gdLst/>
                  <a:ahLst/>
                  <a:cxnLst/>
                  <a:rect l="l" t="t" r="r" b="b"/>
                  <a:pathLst>
                    <a:path w="25241" h="50482" extrusionOk="0">
                      <a:moveTo>
                        <a:pt x="0" y="0"/>
                      </a:moveTo>
                      <a:lnTo>
                        <a:pt x="25241" y="25241"/>
                      </a:lnTo>
                      <a:lnTo>
                        <a:pt x="0" y="50482"/>
                      </a:lnTo>
                    </a:path>
                  </a:pathLst>
                </a:custGeom>
                <a:solidFill>
                  <a:schemeClr val="lt1"/>
                </a:solidFill>
                <a:ln w="20550" cap="rnd"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2" name="Google Shape;1802;p49"/>
                <p:cNvSpPr/>
                <p:nvPr/>
              </p:nvSpPr>
              <p:spPr>
                <a:xfrm>
                  <a:off x="4423219" y="868965"/>
                  <a:ext cx="25241" cy="50387"/>
                </a:xfrm>
                <a:custGeom>
                  <a:avLst/>
                  <a:gdLst/>
                  <a:ahLst/>
                  <a:cxnLst/>
                  <a:rect l="l" t="t" r="r" b="b"/>
                  <a:pathLst>
                    <a:path w="25241" h="50387" extrusionOk="0">
                      <a:moveTo>
                        <a:pt x="25241" y="50387"/>
                      </a:moveTo>
                      <a:lnTo>
                        <a:pt x="0" y="25146"/>
                      </a:lnTo>
                      <a:lnTo>
                        <a:pt x="25241" y="0"/>
                      </a:lnTo>
                    </a:path>
                  </a:pathLst>
                </a:custGeom>
                <a:solidFill>
                  <a:schemeClr val="lt1"/>
                </a:solidFill>
                <a:ln w="20550" cap="rnd"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803" name="Google Shape;1803;p49"/>
          <p:cNvGrpSpPr/>
          <p:nvPr/>
        </p:nvGrpSpPr>
        <p:grpSpPr>
          <a:xfrm>
            <a:off x="2551842" y="4243025"/>
            <a:ext cx="453104" cy="310991"/>
            <a:chOff x="8968549" y="2613850"/>
            <a:chExt cx="453104" cy="310991"/>
          </a:xfrm>
        </p:grpSpPr>
        <p:sp>
          <p:nvSpPr>
            <p:cNvPr id="1804" name="Google Shape;1804;p49"/>
            <p:cNvSpPr/>
            <p:nvPr/>
          </p:nvSpPr>
          <p:spPr>
            <a:xfrm>
              <a:off x="8976836" y="2622804"/>
              <a:ext cx="444817" cy="302037"/>
            </a:xfrm>
            <a:custGeom>
              <a:avLst/>
              <a:gdLst/>
              <a:ahLst/>
              <a:cxnLst/>
              <a:rect l="l" t="t" r="r" b="b"/>
              <a:pathLst>
                <a:path w="444817" h="302037" extrusionOk="0">
                  <a:moveTo>
                    <a:pt x="423481" y="0"/>
                  </a:moveTo>
                  <a:cubicBezTo>
                    <a:pt x="435265" y="0"/>
                    <a:pt x="444817" y="9552"/>
                    <a:pt x="444817" y="21336"/>
                  </a:cubicBezTo>
                  <a:lnTo>
                    <a:pt x="444817" y="280702"/>
                  </a:lnTo>
                  <a:cubicBezTo>
                    <a:pt x="444817" y="292485"/>
                    <a:pt x="435265" y="302038"/>
                    <a:pt x="423481" y="302038"/>
                  </a:cubicBezTo>
                  <a:lnTo>
                    <a:pt x="21336" y="302038"/>
                  </a:lnTo>
                  <a:cubicBezTo>
                    <a:pt x="9552" y="302038"/>
                    <a:pt x="0" y="292485"/>
                    <a:pt x="0" y="280702"/>
                  </a:cubicBezTo>
                  <a:lnTo>
                    <a:pt x="0" y="21336"/>
                  </a:lnTo>
                  <a:cubicBezTo>
                    <a:pt x="0" y="9552"/>
                    <a:pt x="9552" y="0"/>
                    <a:pt x="21336"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5" name="Google Shape;1805;p49"/>
            <p:cNvSpPr/>
            <p:nvPr/>
          </p:nvSpPr>
          <p:spPr>
            <a:xfrm>
              <a:off x="8968549" y="2613850"/>
              <a:ext cx="444817" cy="302037"/>
            </a:xfrm>
            <a:custGeom>
              <a:avLst/>
              <a:gdLst/>
              <a:ahLst/>
              <a:cxnLst/>
              <a:rect l="l" t="t" r="r" b="b"/>
              <a:pathLst>
                <a:path w="444817" h="302037" extrusionOk="0">
                  <a:moveTo>
                    <a:pt x="423481" y="0"/>
                  </a:moveTo>
                  <a:cubicBezTo>
                    <a:pt x="435265" y="0"/>
                    <a:pt x="444817" y="9552"/>
                    <a:pt x="444817" y="21336"/>
                  </a:cubicBezTo>
                  <a:lnTo>
                    <a:pt x="444817" y="280702"/>
                  </a:lnTo>
                  <a:cubicBezTo>
                    <a:pt x="444817" y="292485"/>
                    <a:pt x="435265" y="302038"/>
                    <a:pt x="423481" y="302038"/>
                  </a:cubicBezTo>
                  <a:lnTo>
                    <a:pt x="21336" y="302038"/>
                  </a:lnTo>
                  <a:cubicBezTo>
                    <a:pt x="9552" y="302038"/>
                    <a:pt x="0" y="292485"/>
                    <a:pt x="0" y="280702"/>
                  </a:cubicBezTo>
                  <a:lnTo>
                    <a:pt x="0" y="21336"/>
                  </a:lnTo>
                  <a:cubicBezTo>
                    <a:pt x="0" y="9552"/>
                    <a:pt x="9552" y="0"/>
                    <a:pt x="21336"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6" name="Google Shape;1806;p49"/>
            <p:cNvSpPr/>
            <p:nvPr/>
          </p:nvSpPr>
          <p:spPr>
            <a:xfrm>
              <a:off x="9048940" y="2682525"/>
              <a:ext cx="101441" cy="185546"/>
            </a:xfrm>
            <a:custGeom>
              <a:avLst/>
              <a:gdLst/>
              <a:ahLst/>
              <a:cxnLst/>
              <a:rect l="l" t="t" r="r" b="b"/>
              <a:pathLst>
                <a:path w="101441" h="185546" extrusionOk="0">
                  <a:moveTo>
                    <a:pt x="88678" y="0"/>
                  </a:moveTo>
                  <a:cubicBezTo>
                    <a:pt x="95727" y="0"/>
                    <a:pt x="101442" y="5715"/>
                    <a:pt x="101442" y="12764"/>
                  </a:cubicBezTo>
                  <a:lnTo>
                    <a:pt x="101442" y="172784"/>
                  </a:lnTo>
                  <a:cubicBezTo>
                    <a:pt x="101442" y="179833"/>
                    <a:pt x="95727" y="185547"/>
                    <a:pt x="88678" y="185547"/>
                  </a:cubicBezTo>
                  <a:lnTo>
                    <a:pt x="12764" y="185547"/>
                  </a:lnTo>
                  <a:cubicBezTo>
                    <a:pt x="5715" y="185547"/>
                    <a:pt x="0" y="179833"/>
                    <a:pt x="0" y="172784"/>
                  </a:cubicBezTo>
                  <a:lnTo>
                    <a:pt x="0" y="12764"/>
                  </a:lnTo>
                  <a:cubicBezTo>
                    <a:pt x="0" y="5714"/>
                    <a:pt x="5714" y="0"/>
                    <a:pt x="12764"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807" name="Google Shape;1807;p49"/>
            <p:cNvGrpSpPr/>
            <p:nvPr/>
          </p:nvGrpSpPr>
          <p:grpSpPr>
            <a:xfrm>
              <a:off x="9195244" y="2694622"/>
              <a:ext cx="127158" cy="157924"/>
              <a:chOff x="9195244" y="2694622"/>
              <a:chExt cx="127158" cy="157924"/>
            </a:xfrm>
          </p:grpSpPr>
          <p:sp>
            <p:nvSpPr>
              <p:cNvPr id="1808" name="Google Shape;1808;p49"/>
              <p:cNvSpPr/>
              <p:nvPr/>
            </p:nvSpPr>
            <p:spPr>
              <a:xfrm>
                <a:off x="9195244" y="2694622"/>
                <a:ext cx="127158" cy="18764"/>
              </a:xfrm>
              <a:custGeom>
                <a:avLst/>
                <a:gdLst/>
                <a:ahLst/>
                <a:cxnLst/>
                <a:rect l="l" t="t" r="r" b="b"/>
                <a:pathLst>
                  <a:path w="127158" h="18764" extrusionOk="0">
                    <a:moveTo>
                      <a:pt x="0" y="0"/>
                    </a:moveTo>
                    <a:lnTo>
                      <a:pt x="127159" y="0"/>
                    </a:lnTo>
                    <a:lnTo>
                      <a:pt x="127159" y="18764"/>
                    </a:lnTo>
                    <a:lnTo>
                      <a:pt x="0" y="187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9" name="Google Shape;1809;p49"/>
              <p:cNvSpPr/>
              <p:nvPr/>
            </p:nvSpPr>
            <p:spPr>
              <a:xfrm>
                <a:off x="9195244" y="2741009"/>
                <a:ext cx="127158" cy="18764"/>
              </a:xfrm>
              <a:custGeom>
                <a:avLst/>
                <a:gdLst/>
                <a:ahLst/>
                <a:cxnLst/>
                <a:rect l="l" t="t" r="r" b="b"/>
                <a:pathLst>
                  <a:path w="127158" h="18764" extrusionOk="0">
                    <a:moveTo>
                      <a:pt x="0" y="0"/>
                    </a:moveTo>
                    <a:lnTo>
                      <a:pt x="127159" y="0"/>
                    </a:lnTo>
                    <a:lnTo>
                      <a:pt x="127159" y="18764"/>
                    </a:lnTo>
                    <a:lnTo>
                      <a:pt x="0" y="187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0" name="Google Shape;1810;p49"/>
              <p:cNvSpPr/>
              <p:nvPr/>
            </p:nvSpPr>
            <p:spPr>
              <a:xfrm>
                <a:off x="9195244" y="2787396"/>
                <a:ext cx="127158" cy="18764"/>
              </a:xfrm>
              <a:custGeom>
                <a:avLst/>
                <a:gdLst/>
                <a:ahLst/>
                <a:cxnLst/>
                <a:rect l="l" t="t" r="r" b="b"/>
                <a:pathLst>
                  <a:path w="127158" h="18764" extrusionOk="0">
                    <a:moveTo>
                      <a:pt x="0" y="0"/>
                    </a:moveTo>
                    <a:lnTo>
                      <a:pt x="127159" y="0"/>
                    </a:lnTo>
                    <a:lnTo>
                      <a:pt x="127159" y="18764"/>
                    </a:lnTo>
                    <a:lnTo>
                      <a:pt x="0" y="187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1" name="Google Shape;1811;p49"/>
              <p:cNvSpPr/>
              <p:nvPr/>
            </p:nvSpPr>
            <p:spPr>
              <a:xfrm>
                <a:off x="9195244" y="2833782"/>
                <a:ext cx="127158" cy="18764"/>
              </a:xfrm>
              <a:custGeom>
                <a:avLst/>
                <a:gdLst/>
                <a:ahLst/>
                <a:cxnLst/>
                <a:rect l="l" t="t" r="r" b="b"/>
                <a:pathLst>
                  <a:path w="127158" h="18764" extrusionOk="0">
                    <a:moveTo>
                      <a:pt x="0" y="0"/>
                    </a:moveTo>
                    <a:lnTo>
                      <a:pt x="127159" y="0"/>
                    </a:lnTo>
                    <a:lnTo>
                      <a:pt x="127159" y="18764"/>
                    </a:lnTo>
                    <a:lnTo>
                      <a:pt x="0" y="187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1812" name="Google Shape;1812;p49"/>
          <p:cNvGrpSpPr/>
          <p:nvPr/>
        </p:nvGrpSpPr>
        <p:grpSpPr>
          <a:xfrm>
            <a:off x="2506524" y="2957880"/>
            <a:ext cx="712374" cy="434244"/>
            <a:chOff x="2771775" y="636555"/>
            <a:chExt cx="712374" cy="434244"/>
          </a:xfrm>
        </p:grpSpPr>
        <p:sp>
          <p:nvSpPr>
            <p:cNvPr id="1813" name="Google Shape;1813;p49"/>
            <p:cNvSpPr/>
            <p:nvPr/>
          </p:nvSpPr>
          <p:spPr>
            <a:xfrm>
              <a:off x="2771775" y="646842"/>
              <a:ext cx="712374" cy="423957"/>
            </a:xfrm>
            <a:custGeom>
              <a:avLst/>
              <a:gdLst/>
              <a:ahLst/>
              <a:cxnLst/>
              <a:rect l="l" t="t" r="r" b="b"/>
              <a:pathLst>
                <a:path w="712374" h="423957" extrusionOk="0">
                  <a:moveTo>
                    <a:pt x="661797" y="0"/>
                  </a:moveTo>
                  <a:cubicBezTo>
                    <a:pt x="689730" y="0"/>
                    <a:pt x="712375" y="22644"/>
                    <a:pt x="712375" y="50578"/>
                  </a:cubicBezTo>
                  <a:lnTo>
                    <a:pt x="712375" y="373380"/>
                  </a:lnTo>
                  <a:cubicBezTo>
                    <a:pt x="712375" y="401313"/>
                    <a:pt x="689730" y="423958"/>
                    <a:pt x="661797" y="423958"/>
                  </a:cubicBezTo>
                  <a:lnTo>
                    <a:pt x="50578" y="423958"/>
                  </a:lnTo>
                  <a:cubicBezTo>
                    <a:pt x="22644" y="423958"/>
                    <a:pt x="0" y="401313"/>
                    <a:pt x="0" y="373380"/>
                  </a:cubicBezTo>
                  <a:lnTo>
                    <a:pt x="0" y="50578"/>
                  </a:lnTo>
                  <a:cubicBezTo>
                    <a:pt x="0" y="22644"/>
                    <a:pt x="22644" y="0"/>
                    <a:pt x="50578" y="0"/>
                  </a:cubicBezTo>
                  <a:close/>
                </a:path>
              </a:pathLst>
            </a:custGeom>
            <a:solidFill>
              <a:srgbClr val="E6EA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4" name="Google Shape;1814;p49"/>
            <p:cNvSpPr/>
            <p:nvPr/>
          </p:nvSpPr>
          <p:spPr>
            <a:xfrm>
              <a:off x="2771775" y="636555"/>
              <a:ext cx="712374" cy="423957"/>
            </a:xfrm>
            <a:custGeom>
              <a:avLst/>
              <a:gdLst/>
              <a:ahLst/>
              <a:cxnLst/>
              <a:rect l="l" t="t" r="r" b="b"/>
              <a:pathLst>
                <a:path w="712374" h="423957" extrusionOk="0">
                  <a:moveTo>
                    <a:pt x="661797" y="0"/>
                  </a:moveTo>
                  <a:cubicBezTo>
                    <a:pt x="689730" y="0"/>
                    <a:pt x="712375" y="22644"/>
                    <a:pt x="712375" y="50578"/>
                  </a:cubicBezTo>
                  <a:lnTo>
                    <a:pt x="712375" y="373380"/>
                  </a:lnTo>
                  <a:cubicBezTo>
                    <a:pt x="712375" y="401313"/>
                    <a:pt x="689730" y="423958"/>
                    <a:pt x="661797" y="423958"/>
                  </a:cubicBezTo>
                  <a:lnTo>
                    <a:pt x="50578" y="423958"/>
                  </a:lnTo>
                  <a:cubicBezTo>
                    <a:pt x="22644" y="423958"/>
                    <a:pt x="0" y="401313"/>
                    <a:pt x="0" y="373380"/>
                  </a:cubicBezTo>
                  <a:lnTo>
                    <a:pt x="0" y="50578"/>
                  </a:lnTo>
                  <a:cubicBezTo>
                    <a:pt x="0" y="22644"/>
                    <a:pt x="22644" y="0"/>
                    <a:pt x="50578"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815" name="Google Shape;1815;p49"/>
            <p:cNvGrpSpPr/>
            <p:nvPr/>
          </p:nvGrpSpPr>
          <p:grpSpPr>
            <a:xfrm>
              <a:off x="2853880" y="721233"/>
              <a:ext cx="548163" cy="254697"/>
              <a:chOff x="2853880" y="721233"/>
              <a:chExt cx="548163" cy="254697"/>
            </a:xfrm>
          </p:grpSpPr>
          <p:grpSp>
            <p:nvGrpSpPr>
              <p:cNvPr id="1816" name="Google Shape;1816;p49"/>
              <p:cNvGrpSpPr/>
              <p:nvPr/>
            </p:nvGrpSpPr>
            <p:grpSpPr>
              <a:xfrm>
                <a:off x="2853880" y="721233"/>
                <a:ext cx="102108" cy="254697"/>
                <a:chOff x="2853880" y="721233"/>
                <a:chExt cx="102108" cy="254697"/>
              </a:xfrm>
            </p:grpSpPr>
            <p:sp>
              <p:nvSpPr>
                <p:cNvPr id="1817" name="Google Shape;1817;p49"/>
                <p:cNvSpPr/>
                <p:nvPr/>
              </p:nvSpPr>
              <p:spPr>
                <a:xfrm>
                  <a:off x="2853880" y="730281"/>
                  <a:ext cx="102108" cy="245649"/>
                </a:xfrm>
                <a:custGeom>
                  <a:avLst/>
                  <a:gdLst/>
                  <a:ahLst/>
                  <a:cxnLst/>
                  <a:rect l="l" t="t" r="r" b="b"/>
                  <a:pathLst>
                    <a:path w="102108" h="245649" extrusionOk="0">
                      <a:moveTo>
                        <a:pt x="88583" y="0"/>
                      </a:moveTo>
                      <a:cubicBezTo>
                        <a:pt x="96052" y="0"/>
                        <a:pt x="102108" y="6056"/>
                        <a:pt x="102108" y="13526"/>
                      </a:cubicBezTo>
                      <a:lnTo>
                        <a:pt x="102108" y="232124"/>
                      </a:lnTo>
                      <a:cubicBezTo>
                        <a:pt x="102108" y="239594"/>
                        <a:pt x="96052" y="245650"/>
                        <a:pt x="88583" y="245650"/>
                      </a:cubicBezTo>
                      <a:lnTo>
                        <a:pt x="13526" y="245650"/>
                      </a:lnTo>
                      <a:cubicBezTo>
                        <a:pt x="6056" y="245650"/>
                        <a:pt x="0" y="239594"/>
                        <a:pt x="0" y="232124"/>
                      </a:cubicBezTo>
                      <a:lnTo>
                        <a:pt x="0" y="13526"/>
                      </a:lnTo>
                      <a:cubicBezTo>
                        <a:pt x="0" y="6056"/>
                        <a:pt x="6056" y="0"/>
                        <a:pt x="13526" y="0"/>
                      </a:cubicBezTo>
                      <a:close/>
                    </a:path>
                  </a:pathLst>
                </a:custGeom>
                <a:solidFill>
                  <a:srgbClr val="D2D6D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8" name="Google Shape;1818;p49"/>
                <p:cNvSpPr/>
                <p:nvPr/>
              </p:nvSpPr>
              <p:spPr>
                <a:xfrm>
                  <a:off x="2853880" y="721233"/>
                  <a:ext cx="102108" cy="245649"/>
                </a:xfrm>
                <a:custGeom>
                  <a:avLst/>
                  <a:gdLst/>
                  <a:ahLst/>
                  <a:cxnLst/>
                  <a:rect l="l" t="t" r="r" b="b"/>
                  <a:pathLst>
                    <a:path w="102108" h="245649" extrusionOk="0">
                      <a:moveTo>
                        <a:pt x="88583" y="0"/>
                      </a:moveTo>
                      <a:cubicBezTo>
                        <a:pt x="96052" y="0"/>
                        <a:pt x="102108" y="6056"/>
                        <a:pt x="102108" y="13525"/>
                      </a:cubicBezTo>
                      <a:lnTo>
                        <a:pt x="102108" y="232124"/>
                      </a:lnTo>
                      <a:cubicBezTo>
                        <a:pt x="102108" y="239594"/>
                        <a:pt x="96052" y="245650"/>
                        <a:pt x="88583" y="245650"/>
                      </a:cubicBezTo>
                      <a:lnTo>
                        <a:pt x="13526" y="245650"/>
                      </a:lnTo>
                      <a:cubicBezTo>
                        <a:pt x="6056" y="245650"/>
                        <a:pt x="0" y="239594"/>
                        <a:pt x="0" y="232124"/>
                      </a:cubicBezTo>
                      <a:lnTo>
                        <a:pt x="0" y="13525"/>
                      </a:lnTo>
                      <a:cubicBezTo>
                        <a:pt x="0" y="6056"/>
                        <a:pt x="6056" y="0"/>
                        <a:pt x="13526"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9" name="Google Shape;1819;p49"/>
                <p:cNvSpPr/>
                <p:nvPr/>
              </p:nvSpPr>
              <p:spPr>
                <a:xfrm>
                  <a:off x="2864358" y="734853"/>
                  <a:ext cx="81248" cy="188309"/>
                </a:xfrm>
                <a:custGeom>
                  <a:avLst/>
                  <a:gdLst/>
                  <a:ahLst/>
                  <a:cxnLst/>
                  <a:rect l="l" t="t" r="r" b="b"/>
                  <a:pathLst>
                    <a:path w="81248" h="188309" extrusionOk="0">
                      <a:moveTo>
                        <a:pt x="0" y="0"/>
                      </a:moveTo>
                      <a:lnTo>
                        <a:pt x="81248" y="0"/>
                      </a:lnTo>
                      <a:lnTo>
                        <a:pt x="81248" y="188309"/>
                      </a:lnTo>
                      <a:lnTo>
                        <a:pt x="0" y="18830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20" name="Google Shape;1820;p49"/>
              <p:cNvGrpSpPr/>
              <p:nvPr/>
            </p:nvGrpSpPr>
            <p:grpSpPr>
              <a:xfrm>
                <a:off x="3002565" y="721233"/>
                <a:ext cx="102108" cy="254697"/>
                <a:chOff x="3002565" y="721233"/>
                <a:chExt cx="102108" cy="254697"/>
              </a:xfrm>
            </p:grpSpPr>
            <p:sp>
              <p:nvSpPr>
                <p:cNvPr id="1821" name="Google Shape;1821;p49"/>
                <p:cNvSpPr/>
                <p:nvPr/>
              </p:nvSpPr>
              <p:spPr>
                <a:xfrm>
                  <a:off x="3002565" y="730281"/>
                  <a:ext cx="102108" cy="245649"/>
                </a:xfrm>
                <a:custGeom>
                  <a:avLst/>
                  <a:gdLst/>
                  <a:ahLst/>
                  <a:cxnLst/>
                  <a:rect l="l" t="t" r="r" b="b"/>
                  <a:pathLst>
                    <a:path w="102108" h="245649" extrusionOk="0">
                      <a:moveTo>
                        <a:pt x="88582" y="0"/>
                      </a:moveTo>
                      <a:cubicBezTo>
                        <a:pt x="96052" y="0"/>
                        <a:pt x="102108" y="6056"/>
                        <a:pt x="102108" y="13526"/>
                      </a:cubicBezTo>
                      <a:lnTo>
                        <a:pt x="102108" y="232124"/>
                      </a:lnTo>
                      <a:cubicBezTo>
                        <a:pt x="102108" y="239594"/>
                        <a:pt x="96052" y="245650"/>
                        <a:pt x="88582" y="245650"/>
                      </a:cubicBezTo>
                      <a:lnTo>
                        <a:pt x="13525" y="245650"/>
                      </a:lnTo>
                      <a:cubicBezTo>
                        <a:pt x="6056" y="245650"/>
                        <a:pt x="0" y="239594"/>
                        <a:pt x="0" y="232124"/>
                      </a:cubicBezTo>
                      <a:lnTo>
                        <a:pt x="0" y="13526"/>
                      </a:lnTo>
                      <a:cubicBezTo>
                        <a:pt x="0" y="6056"/>
                        <a:pt x="6056" y="0"/>
                        <a:pt x="13525" y="0"/>
                      </a:cubicBezTo>
                      <a:close/>
                    </a:path>
                  </a:pathLst>
                </a:custGeom>
                <a:solidFill>
                  <a:srgbClr val="D2D6D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2" name="Google Shape;1822;p49"/>
                <p:cNvSpPr/>
                <p:nvPr/>
              </p:nvSpPr>
              <p:spPr>
                <a:xfrm>
                  <a:off x="3002565" y="721233"/>
                  <a:ext cx="102108" cy="245649"/>
                </a:xfrm>
                <a:custGeom>
                  <a:avLst/>
                  <a:gdLst/>
                  <a:ahLst/>
                  <a:cxnLst/>
                  <a:rect l="l" t="t" r="r" b="b"/>
                  <a:pathLst>
                    <a:path w="102108" h="245649" extrusionOk="0">
                      <a:moveTo>
                        <a:pt x="88582" y="0"/>
                      </a:moveTo>
                      <a:cubicBezTo>
                        <a:pt x="96052" y="0"/>
                        <a:pt x="102108" y="6056"/>
                        <a:pt x="102108" y="13525"/>
                      </a:cubicBezTo>
                      <a:lnTo>
                        <a:pt x="102108" y="232124"/>
                      </a:lnTo>
                      <a:cubicBezTo>
                        <a:pt x="102108" y="239594"/>
                        <a:pt x="96052" y="245650"/>
                        <a:pt x="88582" y="245650"/>
                      </a:cubicBezTo>
                      <a:lnTo>
                        <a:pt x="13525" y="245650"/>
                      </a:lnTo>
                      <a:cubicBezTo>
                        <a:pt x="6056" y="245650"/>
                        <a:pt x="0" y="239594"/>
                        <a:pt x="0" y="232124"/>
                      </a:cubicBezTo>
                      <a:lnTo>
                        <a:pt x="0" y="13525"/>
                      </a:lnTo>
                      <a:cubicBezTo>
                        <a:pt x="0" y="6056"/>
                        <a:pt x="6056" y="0"/>
                        <a:pt x="13525"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3" name="Google Shape;1823;p49"/>
                <p:cNvSpPr/>
                <p:nvPr/>
              </p:nvSpPr>
              <p:spPr>
                <a:xfrm>
                  <a:off x="3013043" y="734853"/>
                  <a:ext cx="81248" cy="188309"/>
                </a:xfrm>
                <a:custGeom>
                  <a:avLst/>
                  <a:gdLst/>
                  <a:ahLst/>
                  <a:cxnLst/>
                  <a:rect l="l" t="t" r="r" b="b"/>
                  <a:pathLst>
                    <a:path w="81248" h="188309" extrusionOk="0">
                      <a:moveTo>
                        <a:pt x="0" y="0"/>
                      </a:moveTo>
                      <a:lnTo>
                        <a:pt x="81248" y="0"/>
                      </a:lnTo>
                      <a:lnTo>
                        <a:pt x="81248" y="188309"/>
                      </a:lnTo>
                      <a:lnTo>
                        <a:pt x="0" y="18830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24" name="Google Shape;1824;p49"/>
              <p:cNvGrpSpPr/>
              <p:nvPr/>
            </p:nvGrpSpPr>
            <p:grpSpPr>
              <a:xfrm>
                <a:off x="3151251" y="721233"/>
                <a:ext cx="102107" cy="254697"/>
                <a:chOff x="3151251" y="721233"/>
                <a:chExt cx="102107" cy="254697"/>
              </a:xfrm>
            </p:grpSpPr>
            <p:sp>
              <p:nvSpPr>
                <p:cNvPr id="1825" name="Google Shape;1825;p49"/>
                <p:cNvSpPr/>
                <p:nvPr/>
              </p:nvSpPr>
              <p:spPr>
                <a:xfrm>
                  <a:off x="3151251" y="730281"/>
                  <a:ext cx="102107" cy="245649"/>
                </a:xfrm>
                <a:custGeom>
                  <a:avLst/>
                  <a:gdLst/>
                  <a:ahLst/>
                  <a:cxnLst/>
                  <a:rect l="l" t="t" r="r" b="b"/>
                  <a:pathLst>
                    <a:path w="102107" h="245649" extrusionOk="0">
                      <a:moveTo>
                        <a:pt x="88582" y="0"/>
                      </a:moveTo>
                      <a:cubicBezTo>
                        <a:pt x="96052" y="0"/>
                        <a:pt x="102108" y="6056"/>
                        <a:pt x="102108" y="13526"/>
                      </a:cubicBezTo>
                      <a:lnTo>
                        <a:pt x="102108" y="232124"/>
                      </a:lnTo>
                      <a:cubicBezTo>
                        <a:pt x="102108" y="239594"/>
                        <a:pt x="96052" y="245650"/>
                        <a:pt x="88582" y="245650"/>
                      </a:cubicBezTo>
                      <a:lnTo>
                        <a:pt x="13525" y="245650"/>
                      </a:lnTo>
                      <a:cubicBezTo>
                        <a:pt x="6056" y="245650"/>
                        <a:pt x="0" y="239594"/>
                        <a:pt x="0" y="232124"/>
                      </a:cubicBezTo>
                      <a:lnTo>
                        <a:pt x="0" y="13526"/>
                      </a:lnTo>
                      <a:cubicBezTo>
                        <a:pt x="0" y="6056"/>
                        <a:pt x="6056" y="0"/>
                        <a:pt x="13525" y="0"/>
                      </a:cubicBezTo>
                      <a:close/>
                    </a:path>
                  </a:pathLst>
                </a:custGeom>
                <a:solidFill>
                  <a:srgbClr val="D2D6D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6" name="Google Shape;1826;p49"/>
                <p:cNvSpPr/>
                <p:nvPr/>
              </p:nvSpPr>
              <p:spPr>
                <a:xfrm>
                  <a:off x="3151251" y="721233"/>
                  <a:ext cx="102107" cy="245649"/>
                </a:xfrm>
                <a:custGeom>
                  <a:avLst/>
                  <a:gdLst/>
                  <a:ahLst/>
                  <a:cxnLst/>
                  <a:rect l="l" t="t" r="r" b="b"/>
                  <a:pathLst>
                    <a:path w="102107" h="245649" extrusionOk="0">
                      <a:moveTo>
                        <a:pt x="88582" y="0"/>
                      </a:moveTo>
                      <a:cubicBezTo>
                        <a:pt x="96052" y="0"/>
                        <a:pt x="102108" y="6056"/>
                        <a:pt x="102108" y="13525"/>
                      </a:cubicBezTo>
                      <a:lnTo>
                        <a:pt x="102108" y="232124"/>
                      </a:lnTo>
                      <a:cubicBezTo>
                        <a:pt x="102108" y="239594"/>
                        <a:pt x="96052" y="245650"/>
                        <a:pt x="88582" y="245650"/>
                      </a:cubicBezTo>
                      <a:lnTo>
                        <a:pt x="13525" y="245650"/>
                      </a:lnTo>
                      <a:cubicBezTo>
                        <a:pt x="6056" y="245650"/>
                        <a:pt x="0" y="239594"/>
                        <a:pt x="0" y="232124"/>
                      </a:cubicBezTo>
                      <a:lnTo>
                        <a:pt x="0" y="13525"/>
                      </a:lnTo>
                      <a:cubicBezTo>
                        <a:pt x="0" y="6056"/>
                        <a:pt x="6056" y="0"/>
                        <a:pt x="13525"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7" name="Google Shape;1827;p49"/>
                <p:cNvSpPr/>
                <p:nvPr/>
              </p:nvSpPr>
              <p:spPr>
                <a:xfrm>
                  <a:off x="3161728" y="734853"/>
                  <a:ext cx="81248" cy="188309"/>
                </a:xfrm>
                <a:custGeom>
                  <a:avLst/>
                  <a:gdLst/>
                  <a:ahLst/>
                  <a:cxnLst/>
                  <a:rect l="l" t="t" r="r" b="b"/>
                  <a:pathLst>
                    <a:path w="81248" h="188309" extrusionOk="0">
                      <a:moveTo>
                        <a:pt x="0" y="0"/>
                      </a:moveTo>
                      <a:lnTo>
                        <a:pt x="81248" y="0"/>
                      </a:lnTo>
                      <a:lnTo>
                        <a:pt x="81248" y="188309"/>
                      </a:lnTo>
                      <a:lnTo>
                        <a:pt x="0" y="18830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28" name="Google Shape;1828;p49"/>
              <p:cNvGrpSpPr/>
              <p:nvPr/>
            </p:nvGrpSpPr>
            <p:grpSpPr>
              <a:xfrm>
                <a:off x="3299936" y="721233"/>
                <a:ext cx="102107" cy="254697"/>
                <a:chOff x="3299936" y="721233"/>
                <a:chExt cx="102107" cy="254697"/>
              </a:xfrm>
            </p:grpSpPr>
            <p:sp>
              <p:nvSpPr>
                <p:cNvPr id="1829" name="Google Shape;1829;p49"/>
                <p:cNvSpPr/>
                <p:nvPr/>
              </p:nvSpPr>
              <p:spPr>
                <a:xfrm>
                  <a:off x="3299936" y="730281"/>
                  <a:ext cx="102107" cy="245649"/>
                </a:xfrm>
                <a:custGeom>
                  <a:avLst/>
                  <a:gdLst/>
                  <a:ahLst/>
                  <a:cxnLst/>
                  <a:rect l="l" t="t" r="r" b="b"/>
                  <a:pathLst>
                    <a:path w="102107" h="245649" extrusionOk="0">
                      <a:moveTo>
                        <a:pt x="88583" y="0"/>
                      </a:moveTo>
                      <a:cubicBezTo>
                        <a:pt x="96052" y="0"/>
                        <a:pt x="102108" y="6056"/>
                        <a:pt x="102108" y="13526"/>
                      </a:cubicBezTo>
                      <a:lnTo>
                        <a:pt x="102108" y="232124"/>
                      </a:lnTo>
                      <a:cubicBezTo>
                        <a:pt x="102108" y="239594"/>
                        <a:pt x="96052" y="245650"/>
                        <a:pt x="88583" y="245650"/>
                      </a:cubicBezTo>
                      <a:lnTo>
                        <a:pt x="13525" y="245650"/>
                      </a:lnTo>
                      <a:cubicBezTo>
                        <a:pt x="6056" y="245650"/>
                        <a:pt x="0" y="239594"/>
                        <a:pt x="0" y="232124"/>
                      </a:cubicBezTo>
                      <a:lnTo>
                        <a:pt x="0" y="13526"/>
                      </a:lnTo>
                      <a:cubicBezTo>
                        <a:pt x="0" y="6056"/>
                        <a:pt x="6056" y="0"/>
                        <a:pt x="13525" y="0"/>
                      </a:cubicBezTo>
                      <a:close/>
                    </a:path>
                  </a:pathLst>
                </a:custGeom>
                <a:solidFill>
                  <a:srgbClr val="D2D6D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0" name="Google Shape;1830;p49"/>
                <p:cNvSpPr/>
                <p:nvPr/>
              </p:nvSpPr>
              <p:spPr>
                <a:xfrm>
                  <a:off x="3299936" y="721233"/>
                  <a:ext cx="102107" cy="245649"/>
                </a:xfrm>
                <a:custGeom>
                  <a:avLst/>
                  <a:gdLst/>
                  <a:ahLst/>
                  <a:cxnLst/>
                  <a:rect l="l" t="t" r="r" b="b"/>
                  <a:pathLst>
                    <a:path w="102107" h="245649" extrusionOk="0">
                      <a:moveTo>
                        <a:pt x="88583" y="0"/>
                      </a:moveTo>
                      <a:cubicBezTo>
                        <a:pt x="96052" y="0"/>
                        <a:pt x="102108" y="6056"/>
                        <a:pt x="102108" y="13525"/>
                      </a:cubicBezTo>
                      <a:lnTo>
                        <a:pt x="102108" y="232124"/>
                      </a:lnTo>
                      <a:cubicBezTo>
                        <a:pt x="102108" y="239594"/>
                        <a:pt x="96052" y="245650"/>
                        <a:pt x="88583" y="245650"/>
                      </a:cubicBezTo>
                      <a:lnTo>
                        <a:pt x="13525" y="245650"/>
                      </a:lnTo>
                      <a:cubicBezTo>
                        <a:pt x="6056" y="245650"/>
                        <a:pt x="0" y="239594"/>
                        <a:pt x="0" y="232124"/>
                      </a:cubicBezTo>
                      <a:lnTo>
                        <a:pt x="0" y="13525"/>
                      </a:lnTo>
                      <a:cubicBezTo>
                        <a:pt x="0" y="6056"/>
                        <a:pt x="6056" y="0"/>
                        <a:pt x="13525"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1" name="Google Shape;1831;p49"/>
                <p:cNvSpPr/>
                <p:nvPr/>
              </p:nvSpPr>
              <p:spPr>
                <a:xfrm>
                  <a:off x="3310413" y="734853"/>
                  <a:ext cx="81248" cy="188309"/>
                </a:xfrm>
                <a:custGeom>
                  <a:avLst/>
                  <a:gdLst/>
                  <a:ahLst/>
                  <a:cxnLst/>
                  <a:rect l="l" t="t" r="r" b="b"/>
                  <a:pathLst>
                    <a:path w="81248" h="188309" extrusionOk="0">
                      <a:moveTo>
                        <a:pt x="0" y="0"/>
                      </a:moveTo>
                      <a:lnTo>
                        <a:pt x="81248" y="0"/>
                      </a:lnTo>
                      <a:lnTo>
                        <a:pt x="81248" y="188309"/>
                      </a:lnTo>
                      <a:lnTo>
                        <a:pt x="0" y="18830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nvGrpSpPr>
          <p:cNvPr id="1832" name="Google Shape;1832;p49"/>
          <p:cNvGrpSpPr/>
          <p:nvPr/>
        </p:nvGrpSpPr>
        <p:grpSpPr>
          <a:xfrm>
            <a:off x="3879041" y="2957880"/>
            <a:ext cx="1216247" cy="206692"/>
            <a:chOff x="5758338" y="1286732"/>
            <a:chExt cx="1216247" cy="206692"/>
          </a:xfrm>
        </p:grpSpPr>
        <p:grpSp>
          <p:nvGrpSpPr>
            <p:cNvPr id="1833" name="Google Shape;1833;p49"/>
            <p:cNvGrpSpPr/>
            <p:nvPr/>
          </p:nvGrpSpPr>
          <p:grpSpPr>
            <a:xfrm>
              <a:off x="5758338" y="1286732"/>
              <a:ext cx="1216247" cy="206692"/>
              <a:chOff x="5758338" y="1286732"/>
              <a:chExt cx="1216247" cy="206692"/>
            </a:xfrm>
          </p:grpSpPr>
          <p:grpSp>
            <p:nvGrpSpPr>
              <p:cNvPr id="1834" name="Google Shape;1834;p49"/>
              <p:cNvGrpSpPr/>
              <p:nvPr/>
            </p:nvGrpSpPr>
            <p:grpSpPr>
              <a:xfrm>
                <a:off x="5758338" y="1286732"/>
                <a:ext cx="1216247" cy="206692"/>
                <a:chOff x="5758338" y="1286732"/>
                <a:chExt cx="1216247" cy="206692"/>
              </a:xfrm>
            </p:grpSpPr>
            <p:sp>
              <p:nvSpPr>
                <p:cNvPr id="1835" name="Google Shape;1835;p49"/>
                <p:cNvSpPr/>
                <p:nvPr/>
              </p:nvSpPr>
              <p:spPr>
                <a:xfrm>
                  <a:off x="5758338" y="1286732"/>
                  <a:ext cx="1216247" cy="206692"/>
                </a:xfrm>
                <a:custGeom>
                  <a:avLst/>
                  <a:gdLst/>
                  <a:ahLst/>
                  <a:cxnLst/>
                  <a:rect l="l" t="t" r="r" b="b"/>
                  <a:pathLst>
                    <a:path w="1216247" h="206692" extrusionOk="0">
                      <a:moveTo>
                        <a:pt x="1216247" y="44672"/>
                      </a:moveTo>
                      <a:lnTo>
                        <a:pt x="1216247" y="161925"/>
                      </a:lnTo>
                      <a:cubicBezTo>
                        <a:pt x="1216247" y="186595"/>
                        <a:pt x="1196245" y="206693"/>
                        <a:pt x="1171480" y="206693"/>
                      </a:cubicBezTo>
                      <a:lnTo>
                        <a:pt x="44768" y="206693"/>
                      </a:lnTo>
                      <a:cubicBezTo>
                        <a:pt x="32385" y="206693"/>
                        <a:pt x="21146" y="201644"/>
                        <a:pt x="12954" y="193453"/>
                      </a:cubicBezTo>
                      <a:cubicBezTo>
                        <a:pt x="5048" y="185452"/>
                        <a:pt x="0" y="174308"/>
                        <a:pt x="0" y="162020"/>
                      </a:cubicBezTo>
                      <a:lnTo>
                        <a:pt x="0" y="44768"/>
                      </a:lnTo>
                      <a:cubicBezTo>
                        <a:pt x="0" y="20003"/>
                        <a:pt x="20098" y="0"/>
                        <a:pt x="44768" y="0"/>
                      </a:cubicBezTo>
                      <a:lnTo>
                        <a:pt x="1171480" y="0"/>
                      </a:lnTo>
                      <a:cubicBezTo>
                        <a:pt x="1186053" y="0"/>
                        <a:pt x="1199007" y="6953"/>
                        <a:pt x="1207199" y="17812"/>
                      </a:cubicBezTo>
                      <a:cubicBezTo>
                        <a:pt x="1212914" y="25337"/>
                        <a:pt x="1216247" y="34576"/>
                        <a:pt x="1216247" y="44768"/>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6" name="Google Shape;1836;p49"/>
                <p:cNvSpPr/>
                <p:nvPr/>
              </p:nvSpPr>
              <p:spPr>
                <a:xfrm>
                  <a:off x="5769673" y="1300352"/>
                  <a:ext cx="1204912" cy="193071"/>
                </a:xfrm>
                <a:custGeom>
                  <a:avLst/>
                  <a:gdLst/>
                  <a:ahLst/>
                  <a:cxnLst/>
                  <a:rect l="l" t="t" r="r" b="b"/>
                  <a:pathLst>
                    <a:path w="1204912" h="193071" extrusionOk="0">
                      <a:moveTo>
                        <a:pt x="1204913" y="31052"/>
                      </a:moveTo>
                      <a:lnTo>
                        <a:pt x="1204913" y="148304"/>
                      </a:lnTo>
                      <a:cubicBezTo>
                        <a:pt x="1204913" y="172974"/>
                        <a:pt x="1184910" y="193072"/>
                        <a:pt x="1160145" y="193072"/>
                      </a:cubicBezTo>
                      <a:lnTo>
                        <a:pt x="33433" y="193072"/>
                      </a:lnTo>
                      <a:cubicBezTo>
                        <a:pt x="21050" y="193072"/>
                        <a:pt x="9811" y="188024"/>
                        <a:pt x="1619" y="179832"/>
                      </a:cubicBezTo>
                      <a:cubicBezTo>
                        <a:pt x="476" y="176403"/>
                        <a:pt x="0" y="172879"/>
                        <a:pt x="0" y="169069"/>
                      </a:cubicBezTo>
                      <a:lnTo>
                        <a:pt x="0" y="37719"/>
                      </a:lnTo>
                      <a:cubicBezTo>
                        <a:pt x="0" y="16955"/>
                        <a:pt x="16954" y="0"/>
                        <a:pt x="37719" y="0"/>
                      </a:cubicBezTo>
                      <a:lnTo>
                        <a:pt x="1178528" y="0"/>
                      </a:lnTo>
                      <a:cubicBezTo>
                        <a:pt x="1184815" y="0"/>
                        <a:pt x="1190625" y="1524"/>
                        <a:pt x="1195769" y="4191"/>
                      </a:cubicBezTo>
                      <a:cubicBezTo>
                        <a:pt x="1201484" y="11716"/>
                        <a:pt x="1204818" y="20955"/>
                        <a:pt x="1204818" y="31147"/>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37" name="Google Shape;1837;p49"/>
              <p:cNvSpPr/>
              <p:nvPr/>
            </p:nvSpPr>
            <p:spPr>
              <a:xfrm>
                <a:off x="6791039" y="1309973"/>
                <a:ext cx="159734" cy="159734"/>
              </a:xfrm>
              <a:custGeom>
                <a:avLst/>
                <a:gdLst/>
                <a:ahLst/>
                <a:cxnLst/>
                <a:rect l="l" t="t" r="r" b="b"/>
                <a:pathLst>
                  <a:path w="159734" h="159734" extrusionOk="0">
                    <a:moveTo>
                      <a:pt x="143351" y="0"/>
                    </a:moveTo>
                    <a:cubicBezTo>
                      <a:pt x="152399" y="0"/>
                      <a:pt x="159734" y="7335"/>
                      <a:pt x="159734" y="16383"/>
                    </a:cubicBezTo>
                    <a:lnTo>
                      <a:pt x="159734" y="143351"/>
                    </a:lnTo>
                    <a:cubicBezTo>
                      <a:pt x="159734" y="152399"/>
                      <a:pt x="152399" y="159734"/>
                      <a:pt x="143351" y="159734"/>
                    </a:cubicBezTo>
                    <a:lnTo>
                      <a:pt x="16383" y="159734"/>
                    </a:lnTo>
                    <a:cubicBezTo>
                      <a:pt x="7335" y="159734"/>
                      <a:pt x="0" y="152399"/>
                      <a:pt x="0" y="143351"/>
                    </a:cubicBezTo>
                    <a:lnTo>
                      <a:pt x="0" y="16383"/>
                    </a:lnTo>
                    <a:cubicBezTo>
                      <a:pt x="0" y="7335"/>
                      <a:pt x="7335" y="0"/>
                      <a:pt x="16383"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38" name="Google Shape;1838;p49"/>
            <p:cNvSpPr/>
            <p:nvPr/>
          </p:nvSpPr>
          <p:spPr>
            <a:xfrm>
              <a:off x="6813613" y="1330452"/>
              <a:ext cx="118109" cy="117729"/>
            </a:xfrm>
            <a:custGeom>
              <a:avLst/>
              <a:gdLst/>
              <a:ahLst/>
              <a:cxnLst/>
              <a:rect l="l" t="t" r="r" b="b"/>
              <a:pathLst>
                <a:path w="118109" h="117729" extrusionOk="0">
                  <a:moveTo>
                    <a:pt x="114681" y="97441"/>
                  </a:moveTo>
                  <a:lnTo>
                    <a:pt x="85249" y="68008"/>
                  </a:lnTo>
                  <a:lnTo>
                    <a:pt x="80486" y="72771"/>
                  </a:lnTo>
                  <a:lnTo>
                    <a:pt x="75152" y="67437"/>
                  </a:lnTo>
                  <a:cubicBezTo>
                    <a:pt x="87820" y="50959"/>
                    <a:pt x="86773" y="27337"/>
                    <a:pt x="71723" y="12287"/>
                  </a:cubicBezTo>
                  <a:cubicBezTo>
                    <a:pt x="55340" y="-4096"/>
                    <a:pt x="28670" y="-4096"/>
                    <a:pt x="12287" y="12287"/>
                  </a:cubicBezTo>
                  <a:cubicBezTo>
                    <a:pt x="-4096" y="28670"/>
                    <a:pt x="-4096" y="55340"/>
                    <a:pt x="12287" y="71723"/>
                  </a:cubicBezTo>
                  <a:cubicBezTo>
                    <a:pt x="27527" y="86963"/>
                    <a:pt x="51530" y="87821"/>
                    <a:pt x="68009" y="74771"/>
                  </a:cubicBezTo>
                  <a:lnTo>
                    <a:pt x="73343" y="80105"/>
                  </a:lnTo>
                  <a:lnTo>
                    <a:pt x="68580" y="84868"/>
                  </a:lnTo>
                  <a:lnTo>
                    <a:pt x="98012" y="114300"/>
                  </a:lnTo>
                  <a:cubicBezTo>
                    <a:pt x="102584" y="118872"/>
                    <a:pt x="110109" y="118872"/>
                    <a:pt x="114681" y="114300"/>
                  </a:cubicBezTo>
                  <a:lnTo>
                    <a:pt x="114681" y="114300"/>
                  </a:lnTo>
                  <a:cubicBezTo>
                    <a:pt x="119253" y="109728"/>
                    <a:pt x="119253" y="102203"/>
                    <a:pt x="114681" y="97631"/>
                  </a:cubicBezTo>
                  <a:close/>
                  <a:moveTo>
                    <a:pt x="41910" y="72581"/>
                  </a:moveTo>
                  <a:cubicBezTo>
                    <a:pt x="38576" y="72581"/>
                    <a:pt x="35338" y="72009"/>
                    <a:pt x="32290" y="71056"/>
                  </a:cubicBezTo>
                  <a:cubicBezTo>
                    <a:pt x="23812" y="68294"/>
                    <a:pt x="16859" y="61913"/>
                    <a:pt x="13526" y="53626"/>
                  </a:cubicBezTo>
                  <a:cubicBezTo>
                    <a:pt x="12002" y="50006"/>
                    <a:pt x="11144" y="46006"/>
                    <a:pt x="11144" y="41815"/>
                  </a:cubicBezTo>
                  <a:cubicBezTo>
                    <a:pt x="11144" y="24860"/>
                    <a:pt x="24955" y="11049"/>
                    <a:pt x="41910" y="11049"/>
                  </a:cubicBezTo>
                  <a:cubicBezTo>
                    <a:pt x="46101" y="11049"/>
                    <a:pt x="50102" y="11906"/>
                    <a:pt x="53721" y="13430"/>
                  </a:cubicBezTo>
                  <a:cubicBezTo>
                    <a:pt x="61912" y="16859"/>
                    <a:pt x="68294" y="23717"/>
                    <a:pt x="71152" y="32290"/>
                  </a:cubicBezTo>
                  <a:cubicBezTo>
                    <a:pt x="72104" y="35338"/>
                    <a:pt x="72676" y="38481"/>
                    <a:pt x="72676" y="41910"/>
                  </a:cubicBezTo>
                  <a:cubicBezTo>
                    <a:pt x="72676" y="58865"/>
                    <a:pt x="58960" y="72676"/>
                    <a:pt x="41910" y="7267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39" name="Google Shape;1839;p49"/>
          <p:cNvGrpSpPr/>
          <p:nvPr/>
        </p:nvGrpSpPr>
        <p:grpSpPr>
          <a:xfrm>
            <a:off x="4224322" y="4351419"/>
            <a:ext cx="525685" cy="202597"/>
            <a:chOff x="8773953" y="3584733"/>
            <a:chExt cx="525685" cy="202597"/>
          </a:xfrm>
        </p:grpSpPr>
        <p:sp>
          <p:nvSpPr>
            <p:cNvPr id="1840" name="Google Shape;1840;p49"/>
            <p:cNvSpPr/>
            <p:nvPr/>
          </p:nvSpPr>
          <p:spPr>
            <a:xfrm>
              <a:off x="8773953" y="3584733"/>
              <a:ext cx="205930" cy="25527"/>
            </a:xfrm>
            <a:custGeom>
              <a:avLst/>
              <a:gdLst/>
              <a:ahLst/>
              <a:cxnLst/>
              <a:rect l="l" t="t" r="r" b="b"/>
              <a:pathLst>
                <a:path w="205930" h="25527" extrusionOk="0">
                  <a:moveTo>
                    <a:pt x="0" y="0"/>
                  </a:moveTo>
                  <a:lnTo>
                    <a:pt x="205931" y="0"/>
                  </a:lnTo>
                  <a:lnTo>
                    <a:pt x="205931" y="25527"/>
                  </a:lnTo>
                  <a:lnTo>
                    <a:pt x="0" y="25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1" name="Google Shape;1841;p49"/>
            <p:cNvSpPr/>
            <p:nvPr/>
          </p:nvSpPr>
          <p:spPr>
            <a:xfrm>
              <a:off x="8998172" y="3584733"/>
              <a:ext cx="158591" cy="25527"/>
            </a:xfrm>
            <a:custGeom>
              <a:avLst/>
              <a:gdLst/>
              <a:ahLst/>
              <a:cxnLst/>
              <a:rect l="l" t="t" r="r" b="b"/>
              <a:pathLst>
                <a:path w="158591" h="25527" extrusionOk="0">
                  <a:moveTo>
                    <a:pt x="0" y="0"/>
                  </a:moveTo>
                  <a:lnTo>
                    <a:pt x="158592" y="0"/>
                  </a:lnTo>
                  <a:lnTo>
                    <a:pt x="158592" y="25527"/>
                  </a:lnTo>
                  <a:lnTo>
                    <a:pt x="0" y="25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2" name="Google Shape;1842;p49"/>
            <p:cNvSpPr/>
            <p:nvPr/>
          </p:nvSpPr>
          <p:spPr>
            <a:xfrm>
              <a:off x="9173718" y="3584733"/>
              <a:ext cx="125920" cy="25527"/>
            </a:xfrm>
            <a:custGeom>
              <a:avLst/>
              <a:gdLst/>
              <a:ahLst/>
              <a:cxnLst/>
              <a:rect l="l" t="t" r="r" b="b"/>
              <a:pathLst>
                <a:path w="125920" h="25527" extrusionOk="0">
                  <a:moveTo>
                    <a:pt x="0" y="0"/>
                  </a:moveTo>
                  <a:lnTo>
                    <a:pt x="125920" y="0"/>
                  </a:lnTo>
                  <a:lnTo>
                    <a:pt x="125920" y="25527"/>
                  </a:lnTo>
                  <a:lnTo>
                    <a:pt x="0" y="25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3" name="Google Shape;1843;p49"/>
            <p:cNvSpPr/>
            <p:nvPr/>
          </p:nvSpPr>
          <p:spPr>
            <a:xfrm>
              <a:off x="8875585" y="3643788"/>
              <a:ext cx="424052" cy="25527"/>
            </a:xfrm>
            <a:custGeom>
              <a:avLst/>
              <a:gdLst/>
              <a:ahLst/>
              <a:cxnLst/>
              <a:rect l="l" t="t" r="r" b="b"/>
              <a:pathLst>
                <a:path w="424052" h="25527" extrusionOk="0">
                  <a:moveTo>
                    <a:pt x="0" y="0"/>
                  </a:moveTo>
                  <a:lnTo>
                    <a:pt x="424053" y="0"/>
                  </a:lnTo>
                  <a:lnTo>
                    <a:pt x="424053" y="25527"/>
                  </a:lnTo>
                  <a:lnTo>
                    <a:pt x="0" y="25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4" name="Google Shape;1844;p49"/>
            <p:cNvSpPr/>
            <p:nvPr/>
          </p:nvSpPr>
          <p:spPr>
            <a:xfrm>
              <a:off x="8773953" y="3643788"/>
              <a:ext cx="77914" cy="25527"/>
            </a:xfrm>
            <a:custGeom>
              <a:avLst/>
              <a:gdLst/>
              <a:ahLst/>
              <a:cxnLst/>
              <a:rect l="l" t="t" r="r" b="b"/>
              <a:pathLst>
                <a:path w="77914" h="25527" extrusionOk="0">
                  <a:moveTo>
                    <a:pt x="0" y="0"/>
                  </a:moveTo>
                  <a:lnTo>
                    <a:pt x="77915" y="0"/>
                  </a:lnTo>
                  <a:lnTo>
                    <a:pt x="77915" y="25527"/>
                  </a:lnTo>
                  <a:lnTo>
                    <a:pt x="0" y="25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5" name="Google Shape;1845;p49"/>
            <p:cNvSpPr/>
            <p:nvPr/>
          </p:nvSpPr>
          <p:spPr>
            <a:xfrm>
              <a:off x="9007697" y="3702748"/>
              <a:ext cx="200596" cy="25527"/>
            </a:xfrm>
            <a:custGeom>
              <a:avLst/>
              <a:gdLst/>
              <a:ahLst/>
              <a:cxnLst/>
              <a:rect l="l" t="t" r="r" b="b"/>
              <a:pathLst>
                <a:path w="200596" h="25527" extrusionOk="0">
                  <a:moveTo>
                    <a:pt x="0" y="0"/>
                  </a:moveTo>
                  <a:lnTo>
                    <a:pt x="200597" y="0"/>
                  </a:lnTo>
                  <a:lnTo>
                    <a:pt x="200597" y="25527"/>
                  </a:lnTo>
                  <a:lnTo>
                    <a:pt x="0" y="25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6" name="Google Shape;1846;p49"/>
            <p:cNvSpPr/>
            <p:nvPr/>
          </p:nvSpPr>
          <p:spPr>
            <a:xfrm>
              <a:off x="9227248" y="3702748"/>
              <a:ext cx="72390" cy="25527"/>
            </a:xfrm>
            <a:custGeom>
              <a:avLst/>
              <a:gdLst/>
              <a:ahLst/>
              <a:cxnLst/>
              <a:rect l="l" t="t" r="r" b="b"/>
              <a:pathLst>
                <a:path w="72390" h="25527" extrusionOk="0">
                  <a:moveTo>
                    <a:pt x="0" y="0"/>
                  </a:moveTo>
                  <a:lnTo>
                    <a:pt x="72390" y="0"/>
                  </a:lnTo>
                  <a:lnTo>
                    <a:pt x="72390" y="25527"/>
                  </a:lnTo>
                  <a:lnTo>
                    <a:pt x="0" y="25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7" name="Google Shape;1847;p49"/>
            <p:cNvSpPr/>
            <p:nvPr/>
          </p:nvSpPr>
          <p:spPr>
            <a:xfrm>
              <a:off x="8773953" y="3702748"/>
              <a:ext cx="215455" cy="25527"/>
            </a:xfrm>
            <a:custGeom>
              <a:avLst/>
              <a:gdLst/>
              <a:ahLst/>
              <a:cxnLst/>
              <a:rect l="l" t="t" r="r" b="b"/>
              <a:pathLst>
                <a:path w="215455" h="25527" extrusionOk="0">
                  <a:moveTo>
                    <a:pt x="0" y="0"/>
                  </a:moveTo>
                  <a:lnTo>
                    <a:pt x="215456" y="0"/>
                  </a:lnTo>
                  <a:lnTo>
                    <a:pt x="215456" y="25527"/>
                  </a:lnTo>
                  <a:lnTo>
                    <a:pt x="0" y="25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8" name="Google Shape;1848;p49"/>
            <p:cNvSpPr/>
            <p:nvPr/>
          </p:nvSpPr>
          <p:spPr>
            <a:xfrm>
              <a:off x="8925020" y="3761803"/>
              <a:ext cx="174688" cy="25527"/>
            </a:xfrm>
            <a:custGeom>
              <a:avLst/>
              <a:gdLst/>
              <a:ahLst/>
              <a:cxnLst/>
              <a:rect l="l" t="t" r="r" b="b"/>
              <a:pathLst>
                <a:path w="174688" h="25527" extrusionOk="0">
                  <a:moveTo>
                    <a:pt x="0" y="0"/>
                  </a:moveTo>
                  <a:lnTo>
                    <a:pt x="174689" y="0"/>
                  </a:lnTo>
                  <a:lnTo>
                    <a:pt x="174689" y="25527"/>
                  </a:lnTo>
                  <a:lnTo>
                    <a:pt x="0" y="25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9" name="Google Shape;1849;p49"/>
            <p:cNvSpPr/>
            <p:nvPr/>
          </p:nvSpPr>
          <p:spPr>
            <a:xfrm>
              <a:off x="8773953" y="3761803"/>
              <a:ext cx="131444" cy="25527"/>
            </a:xfrm>
            <a:custGeom>
              <a:avLst/>
              <a:gdLst/>
              <a:ahLst/>
              <a:cxnLst/>
              <a:rect l="l" t="t" r="r" b="b"/>
              <a:pathLst>
                <a:path w="131444" h="25527" extrusionOk="0">
                  <a:moveTo>
                    <a:pt x="0" y="0"/>
                  </a:moveTo>
                  <a:lnTo>
                    <a:pt x="131445" y="0"/>
                  </a:lnTo>
                  <a:lnTo>
                    <a:pt x="131445" y="25527"/>
                  </a:lnTo>
                  <a:lnTo>
                    <a:pt x="0" y="2552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50" name="Google Shape;1850;p49"/>
          <p:cNvGrpSpPr/>
          <p:nvPr/>
        </p:nvGrpSpPr>
        <p:grpSpPr>
          <a:xfrm>
            <a:off x="5813238" y="2957880"/>
            <a:ext cx="654462" cy="535748"/>
            <a:chOff x="7502937" y="524288"/>
            <a:chExt cx="654462" cy="535748"/>
          </a:xfrm>
        </p:grpSpPr>
        <p:grpSp>
          <p:nvGrpSpPr>
            <p:cNvPr id="1851" name="Google Shape;1851;p49"/>
            <p:cNvGrpSpPr/>
            <p:nvPr/>
          </p:nvGrpSpPr>
          <p:grpSpPr>
            <a:xfrm>
              <a:off x="7502937" y="524288"/>
              <a:ext cx="654462" cy="535748"/>
              <a:chOff x="7502937" y="524288"/>
              <a:chExt cx="654462" cy="535748"/>
            </a:xfrm>
          </p:grpSpPr>
          <p:sp>
            <p:nvSpPr>
              <p:cNvPr id="1852" name="Google Shape;1852;p49"/>
              <p:cNvSpPr/>
              <p:nvPr/>
            </p:nvSpPr>
            <p:spPr>
              <a:xfrm rot="-10195540">
                <a:off x="7580346" y="568325"/>
                <a:ext cx="522573" cy="216404"/>
              </a:xfrm>
              <a:custGeom>
                <a:avLst/>
                <a:gdLst/>
                <a:ahLst/>
                <a:cxnLst/>
                <a:rect l="l" t="t" r="r" b="b"/>
                <a:pathLst>
                  <a:path w="522351" h="216312" extrusionOk="0">
                    <a:moveTo>
                      <a:pt x="0" y="0"/>
                    </a:moveTo>
                    <a:lnTo>
                      <a:pt x="522351" y="0"/>
                    </a:lnTo>
                    <a:lnTo>
                      <a:pt x="522351" y="216313"/>
                    </a:lnTo>
                    <a:lnTo>
                      <a:pt x="0" y="216313"/>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3" name="Google Shape;1853;p49"/>
              <p:cNvSpPr/>
              <p:nvPr/>
            </p:nvSpPr>
            <p:spPr>
              <a:xfrm rot="10800000">
                <a:off x="7576185" y="585692"/>
                <a:ext cx="522350" cy="216312"/>
              </a:xfrm>
              <a:custGeom>
                <a:avLst/>
                <a:gdLst/>
                <a:ahLst/>
                <a:cxnLst/>
                <a:rect l="l" t="t" r="r" b="b"/>
                <a:pathLst>
                  <a:path w="522350" h="216312" extrusionOk="0">
                    <a:moveTo>
                      <a:pt x="0" y="0"/>
                    </a:moveTo>
                    <a:lnTo>
                      <a:pt x="522351" y="0"/>
                    </a:lnTo>
                    <a:lnTo>
                      <a:pt x="522351" y="216313"/>
                    </a:lnTo>
                    <a:lnTo>
                      <a:pt x="0" y="216313"/>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4" name="Google Shape;1854;p49"/>
              <p:cNvSpPr/>
              <p:nvPr/>
            </p:nvSpPr>
            <p:spPr>
              <a:xfrm rot="10533442">
                <a:off x="7589040" y="638013"/>
                <a:ext cx="488498" cy="185355"/>
              </a:xfrm>
              <a:custGeom>
                <a:avLst/>
                <a:gdLst/>
                <a:ahLst/>
                <a:cxnLst/>
                <a:rect l="l" t="t" r="r" b="b"/>
                <a:pathLst>
                  <a:path w="488251" h="185261" extrusionOk="0">
                    <a:moveTo>
                      <a:pt x="0" y="0"/>
                    </a:moveTo>
                    <a:lnTo>
                      <a:pt x="488251" y="0"/>
                    </a:lnTo>
                    <a:lnTo>
                      <a:pt x="488251" y="185261"/>
                    </a:lnTo>
                    <a:lnTo>
                      <a:pt x="0" y="18526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5" name="Google Shape;1855;p49"/>
              <p:cNvSpPr/>
              <p:nvPr/>
            </p:nvSpPr>
            <p:spPr>
              <a:xfrm>
                <a:off x="7502937" y="619886"/>
                <a:ext cx="654462" cy="440150"/>
              </a:xfrm>
              <a:custGeom>
                <a:avLst/>
                <a:gdLst/>
                <a:ahLst/>
                <a:cxnLst/>
                <a:rect l="l" t="t" r="r" b="b"/>
                <a:pathLst>
                  <a:path w="654462" h="440150" extrusionOk="0">
                    <a:moveTo>
                      <a:pt x="204502" y="11430"/>
                    </a:moveTo>
                    <a:lnTo>
                      <a:pt x="254794" y="61722"/>
                    </a:lnTo>
                    <a:cubicBezTo>
                      <a:pt x="262128" y="69056"/>
                      <a:pt x="272034" y="73152"/>
                      <a:pt x="282321" y="73152"/>
                    </a:cubicBezTo>
                    <a:lnTo>
                      <a:pt x="615506" y="73152"/>
                    </a:lnTo>
                    <a:cubicBezTo>
                      <a:pt x="637032" y="73152"/>
                      <a:pt x="654463" y="90583"/>
                      <a:pt x="654463" y="112109"/>
                    </a:cubicBezTo>
                    <a:lnTo>
                      <a:pt x="654463" y="401193"/>
                    </a:lnTo>
                    <a:cubicBezTo>
                      <a:pt x="654463" y="422720"/>
                      <a:pt x="637032" y="440150"/>
                      <a:pt x="615506" y="440150"/>
                    </a:cubicBezTo>
                    <a:lnTo>
                      <a:pt x="38957" y="440150"/>
                    </a:lnTo>
                    <a:cubicBezTo>
                      <a:pt x="17431" y="440150"/>
                      <a:pt x="0" y="422720"/>
                      <a:pt x="0" y="401193"/>
                    </a:cubicBezTo>
                    <a:lnTo>
                      <a:pt x="0" y="38957"/>
                    </a:lnTo>
                    <a:cubicBezTo>
                      <a:pt x="0" y="17431"/>
                      <a:pt x="17431" y="0"/>
                      <a:pt x="38957" y="0"/>
                    </a:cubicBezTo>
                    <a:lnTo>
                      <a:pt x="176974" y="0"/>
                    </a:lnTo>
                    <a:cubicBezTo>
                      <a:pt x="187262" y="0"/>
                      <a:pt x="197167" y="4096"/>
                      <a:pt x="204502" y="1143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56" name="Google Shape;1856;p49"/>
            <p:cNvGrpSpPr/>
            <p:nvPr/>
          </p:nvGrpSpPr>
          <p:grpSpPr>
            <a:xfrm>
              <a:off x="7971282" y="953643"/>
              <a:ext cx="120491" cy="46004"/>
              <a:chOff x="7971282" y="953643"/>
              <a:chExt cx="120491" cy="46004"/>
            </a:xfrm>
          </p:grpSpPr>
          <p:sp>
            <p:nvSpPr>
              <p:cNvPr id="1857" name="Google Shape;1857;p49"/>
              <p:cNvSpPr/>
              <p:nvPr/>
            </p:nvSpPr>
            <p:spPr>
              <a:xfrm>
                <a:off x="7971282" y="983265"/>
                <a:ext cx="88773" cy="16382"/>
              </a:xfrm>
              <a:custGeom>
                <a:avLst/>
                <a:gdLst/>
                <a:ahLst/>
                <a:cxnLst/>
                <a:rect l="l" t="t" r="r" b="b"/>
                <a:pathLst>
                  <a:path w="88773" h="16382" extrusionOk="0">
                    <a:moveTo>
                      <a:pt x="0" y="0"/>
                    </a:moveTo>
                    <a:lnTo>
                      <a:pt x="88773" y="0"/>
                    </a:lnTo>
                    <a:lnTo>
                      <a:pt x="88773" y="16383"/>
                    </a:lnTo>
                    <a:lnTo>
                      <a:pt x="0" y="163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8" name="Google Shape;1858;p49"/>
              <p:cNvSpPr/>
              <p:nvPr/>
            </p:nvSpPr>
            <p:spPr>
              <a:xfrm>
                <a:off x="7971282" y="953643"/>
                <a:ext cx="120491" cy="16382"/>
              </a:xfrm>
              <a:custGeom>
                <a:avLst/>
                <a:gdLst/>
                <a:ahLst/>
                <a:cxnLst/>
                <a:rect l="l" t="t" r="r" b="b"/>
                <a:pathLst>
                  <a:path w="120491" h="16382" extrusionOk="0">
                    <a:moveTo>
                      <a:pt x="0" y="0"/>
                    </a:moveTo>
                    <a:lnTo>
                      <a:pt x="120492" y="0"/>
                    </a:lnTo>
                    <a:lnTo>
                      <a:pt x="120492" y="16383"/>
                    </a:lnTo>
                    <a:lnTo>
                      <a:pt x="0" y="163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859" name="Google Shape;1859;p49"/>
            <p:cNvSpPr/>
            <p:nvPr/>
          </p:nvSpPr>
          <p:spPr>
            <a:xfrm>
              <a:off x="8085677" y="725805"/>
              <a:ext cx="40005" cy="40004"/>
            </a:xfrm>
            <a:custGeom>
              <a:avLst/>
              <a:gdLst/>
              <a:ahLst/>
              <a:cxnLst/>
              <a:rect l="l" t="t" r="r" b="b"/>
              <a:pathLst>
                <a:path w="40005" h="40004" extrusionOk="0">
                  <a:moveTo>
                    <a:pt x="40005" y="20002"/>
                  </a:moveTo>
                  <a:cubicBezTo>
                    <a:pt x="40005" y="31051"/>
                    <a:pt x="31052" y="40005"/>
                    <a:pt x="20002" y="40005"/>
                  </a:cubicBezTo>
                  <a:cubicBezTo>
                    <a:pt x="8954" y="40005"/>
                    <a:pt x="0" y="31051"/>
                    <a:pt x="0" y="20002"/>
                  </a:cubicBezTo>
                  <a:cubicBezTo>
                    <a:pt x="0" y="8953"/>
                    <a:pt x="8954" y="0"/>
                    <a:pt x="20002" y="0"/>
                  </a:cubicBezTo>
                  <a:cubicBezTo>
                    <a:pt x="31052" y="0"/>
                    <a:pt x="40005" y="8953"/>
                    <a:pt x="40005" y="2000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60" name="Google Shape;1860;p49"/>
          <p:cNvGrpSpPr/>
          <p:nvPr/>
        </p:nvGrpSpPr>
        <p:grpSpPr>
          <a:xfrm>
            <a:off x="5777710" y="3848499"/>
            <a:ext cx="725519" cy="705517"/>
            <a:chOff x="8068023" y="1331404"/>
            <a:chExt cx="725519" cy="705517"/>
          </a:xfrm>
        </p:grpSpPr>
        <p:grpSp>
          <p:nvGrpSpPr>
            <p:cNvPr id="1861" name="Google Shape;1861;p49"/>
            <p:cNvGrpSpPr/>
            <p:nvPr/>
          </p:nvGrpSpPr>
          <p:grpSpPr>
            <a:xfrm>
              <a:off x="8068023" y="1407699"/>
              <a:ext cx="342614" cy="473297"/>
              <a:chOff x="8675560" y="1407699"/>
              <a:chExt cx="342614" cy="473297"/>
            </a:xfrm>
          </p:grpSpPr>
          <p:sp>
            <p:nvSpPr>
              <p:cNvPr id="1862" name="Google Shape;1862;p49"/>
              <p:cNvSpPr/>
              <p:nvPr/>
            </p:nvSpPr>
            <p:spPr>
              <a:xfrm>
                <a:off x="8675560" y="1407699"/>
                <a:ext cx="342614" cy="473297"/>
              </a:xfrm>
              <a:custGeom>
                <a:avLst/>
                <a:gdLst/>
                <a:ahLst/>
                <a:cxnLst/>
                <a:rect l="l" t="t" r="r" b="b"/>
                <a:pathLst>
                  <a:path w="342614" h="473297" extrusionOk="0">
                    <a:moveTo>
                      <a:pt x="0" y="0"/>
                    </a:moveTo>
                    <a:lnTo>
                      <a:pt x="342614" y="0"/>
                    </a:lnTo>
                    <a:lnTo>
                      <a:pt x="342614" y="473297"/>
                    </a:lnTo>
                    <a:lnTo>
                      <a:pt x="0" y="47329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3" name="Google Shape;1863;p49"/>
              <p:cNvSpPr/>
              <p:nvPr/>
            </p:nvSpPr>
            <p:spPr>
              <a:xfrm>
                <a:off x="8675560" y="1407699"/>
                <a:ext cx="89439" cy="89535"/>
              </a:xfrm>
              <a:custGeom>
                <a:avLst/>
                <a:gdLst/>
                <a:ahLst/>
                <a:cxnLst/>
                <a:rect l="l" t="t" r="r" b="b"/>
                <a:pathLst>
                  <a:path w="89439" h="89535" extrusionOk="0">
                    <a:moveTo>
                      <a:pt x="89440" y="0"/>
                    </a:moveTo>
                    <a:lnTo>
                      <a:pt x="0" y="0"/>
                    </a:lnTo>
                    <a:lnTo>
                      <a:pt x="0" y="89535"/>
                    </a:lnTo>
                    <a:lnTo>
                      <a:pt x="8944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4" name="Google Shape;1864;p49"/>
              <p:cNvSpPr/>
              <p:nvPr/>
            </p:nvSpPr>
            <p:spPr>
              <a:xfrm>
                <a:off x="8747664" y="1460754"/>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5" name="Google Shape;1865;p49"/>
              <p:cNvSpPr/>
              <p:nvPr/>
            </p:nvSpPr>
            <p:spPr>
              <a:xfrm>
                <a:off x="8747664" y="1492567"/>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6" name="Google Shape;1866;p49"/>
              <p:cNvSpPr/>
              <p:nvPr/>
            </p:nvSpPr>
            <p:spPr>
              <a:xfrm>
                <a:off x="8747664" y="1524381"/>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7" name="Google Shape;1867;p49"/>
              <p:cNvSpPr/>
              <p:nvPr/>
            </p:nvSpPr>
            <p:spPr>
              <a:xfrm>
                <a:off x="8747664" y="1556194"/>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8" name="Google Shape;1868;p49"/>
              <p:cNvSpPr/>
              <p:nvPr/>
            </p:nvSpPr>
            <p:spPr>
              <a:xfrm>
                <a:off x="8747664" y="1588103"/>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9" name="Google Shape;1869;p49"/>
              <p:cNvSpPr/>
              <p:nvPr/>
            </p:nvSpPr>
            <p:spPr>
              <a:xfrm>
                <a:off x="8747664" y="1619916"/>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0" name="Google Shape;1870;p49"/>
              <p:cNvSpPr/>
              <p:nvPr/>
            </p:nvSpPr>
            <p:spPr>
              <a:xfrm>
                <a:off x="8747664" y="1651730"/>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1" name="Google Shape;1871;p49"/>
              <p:cNvSpPr/>
              <p:nvPr/>
            </p:nvSpPr>
            <p:spPr>
              <a:xfrm>
                <a:off x="8747664" y="1683543"/>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2" name="Google Shape;1872;p49"/>
              <p:cNvSpPr/>
              <p:nvPr/>
            </p:nvSpPr>
            <p:spPr>
              <a:xfrm>
                <a:off x="8747664" y="1715357"/>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3" name="Google Shape;1873;p49"/>
              <p:cNvSpPr/>
              <p:nvPr/>
            </p:nvSpPr>
            <p:spPr>
              <a:xfrm>
                <a:off x="8747664" y="1747170"/>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4" name="Google Shape;1874;p49"/>
              <p:cNvSpPr/>
              <p:nvPr/>
            </p:nvSpPr>
            <p:spPr>
              <a:xfrm>
                <a:off x="8747664" y="1779079"/>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5" name="Google Shape;1875;p49"/>
              <p:cNvSpPr/>
              <p:nvPr/>
            </p:nvSpPr>
            <p:spPr>
              <a:xfrm>
                <a:off x="8747664" y="1810893"/>
                <a:ext cx="120015" cy="11048"/>
              </a:xfrm>
              <a:custGeom>
                <a:avLst/>
                <a:gdLst/>
                <a:ahLst/>
                <a:cxnLst/>
                <a:rect l="l" t="t" r="r" b="b"/>
                <a:pathLst>
                  <a:path w="120015" h="11048" extrusionOk="0">
                    <a:moveTo>
                      <a:pt x="0" y="0"/>
                    </a:moveTo>
                    <a:lnTo>
                      <a:pt x="120015" y="0"/>
                    </a:lnTo>
                    <a:lnTo>
                      <a:pt x="120015"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76" name="Google Shape;1876;p49"/>
            <p:cNvGrpSpPr/>
            <p:nvPr/>
          </p:nvGrpSpPr>
          <p:grpSpPr>
            <a:xfrm>
              <a:off x="8244998" y="1563624"/>
              <a:ext cx="342614" cy="473297"/>
              <a:chOff x="8852535" y="1563624"/>
              <a:chExt cx="342614" cy="473297"/>
            </a:xfrm>
          </p:grpSpPr>
          <p:sp>
            <p:nvSpPr>
              <p:cNvPr id="1877" name="Google Shape;1877;p49"/>
              <p:cNvSpPr/>
              <p:nvPr/>
            </p:nvSpPr>
            <p:spPr>
              <a:xfrm>
                <a:off x="8852535" y="1563624"/>
                <a:ext cx="342614" cy="473297"/>
              </a:xfrm>
              <a:custGeom>
                <a:avLst/>
                <a:gdLst/>
                <a:ahLst/>
                <a:cxnLst/>
                <a:rect l="l" t="t" r="r" b="b"/>
                <a:pathLst>
                  <a:path w="342614" h="473297" extrusionOk="0">
                    <a:moveTo>
                      <a:pt x="0" y="0"/>
                    </a:moveTo>
                    <a:lnTo>
                      <a:pt x="342614" y="0"/>
                    </a:lnTo>
                    <a:lnTo>
                      <a:pt x="342614" y="473297"/>
                    </a:lnTo>
                    <a:lnTo>
                      <a:pt x="0" y="473297"/>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8" name="Google Shape;1878;p49"/>
              <p:cNvSpPr/>
              <p:nvPr/>
            </p:nvSpPr>
            <p:spPr>
              <a:xfrm>
                <a:off x="8852535" y="1563624"/>
                <a:ext cx="89439" cy="89439"/>
              </a:xfrm>
              <a:custGeom>
                <a:avLst/>
                <a:gdLst/>
                <a:ahLst/>
                <a:cxnLst/>
                <a:rect l="l" t="t" r="r" b="b"/>
                <a:pathLst>
                  <a:path w="89439" h="89439" extrusionOk="0">
                    <a:moveTo>
                      <a:pt x="89439" y="0"/>
                    </a:moveTo>
                    <a:lnTo>
                      <a:pt x="0" y="0"/>
                    </a:lnTo>
                    <a:lnTo>
                      <a:pt x="0" y="89440"/>
                    </a:lnTo>
                    <a:lnTo>
                      <a:pt x="89439"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9" name="Google Shape;1879;p49"/>
              <p:cNvSpPr/>
              <p:nvPr/>
            </p:nvSpPr>
            <p:spPr>
              <a:xfrm>
                <a:off x="8924544" y="1616678"/>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0" name="Google Shape;1880;p49"/>
              <p:cNvSpPr/>
              <p:nvPr/>
            </p:nvSpPr>
            <p:spPr>
              <a:xfrm>
                <a:off x="8924544" y="1648491"/>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1" name="Google Shape;1881;p49"/>
              <p:cNvSpPr/>
              <p:nvPr/>
            </p:nvSpPr>
            <p:spPr>
              <a:xfrm>
                <a:off x="8924544" y="1680305"/>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2" name="Google Shape;1882;p49"/>
              <p:cNvSpPr/>
              <p:nvPr/>
            </p:nvSpPr>
            <p:spPr>
              <a:xfrm>
                <a:off x="8924544" y="1712118"/>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3" name="Google Shape;1883;p49"/>
              <p:cNvSpPr/>
              <p:nvPr/>
            </p:nvSpPr>
            <p:spPr>
              <a:xfrm>
                <a:off x="8924544" y="1743932"/>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4" name="Google Shape;1884;p49"/>
              <p:cNvSpPr/>
              <p:nvPr/>
            </p:nvSpPr>
            <p:spPr>
              <a:xfrm>
                <a:off x="8924544" y="1775841"/>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5" name="Google Shape;1885;p49"/>
              <p:cNvSpPr/>
              <p:nvPr/>
            </p:nvSpPr>
            <p:spPr>
              <a:xfrm>
                <a:off x="8924544" y="1807654"/>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6" name="Google Shape;1886;p49"/>
              <p:cNvSpPr/>
              <p:nvPr/>
            </p:nvSpPr>
            <p:spPr>
              <a:xfrm>
                <a:off x="8924544" y="1839468"/>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7" name="Google Shape;1887;p49"/>
              <p:cNvSpPr/>
              <p:nvPr/>
            </p:nvSpPr>
            <p:spPr>
              <a:xfrm>
                <a:off x="8924544" y="1871281"/>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8" name="Google Shape;1888;p49"/>
              <p:cNvSpPr/>
              <p:nvPr/>
            </p:nvSpPr>
            <p:spPr>
              <a:xfrm>
                <a:off x="8924544" y="1903095"/>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9" name="Google Shape;1889;p49"/>
              <p:cNvSpPr/>
              <p:nvPr/>
            </p:nvSpPr>
            <p:spPr>
              <a:xfrm>
                <a:off x="8924544" y="1934908"/>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0" name="Google Shape;1890;p49"/>
              <p:cNvSpPr/>
              <p:nvPr/>
            </p:nvSpPr>
            <p:spPr>
              <a:xfrm>
                <a:off x="8924544" y="1966817"/>
                <a:ext cx="120015" cy="11048"/>
              </a:xfrm>
              <a:custGeom>
                <a:avLst/>
                <a:gdLst/>
                <a:ahLst/>
                <a:cxnLst/>
                <a:rect l="l" t="t" r="r" b="b"/>
                <a:pathLst>
                  <a:path w="120015" h="11048" extrusionOk="0">
                    <a:moveTo>
                      <a:pt x="0" y="0"/>
                    </a:moveTo>
                    <a:lnTo>
                      <a:pt x="120015" y="0"/>
                    </a:lnTo>
                    <a:lnTo>
                      <a:pt x="120015"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91" name="Google Shape;1891;p49"/>
            <p:cNvGrpSpPr/>
            <p:nvPr/>
          </p:nvGrpSpPr>
          <p:grpSpPr>
            <a:xfrm>
              <a:off x="8450928" y="1331404"/>
              <a:ext cx="342614" cy="473297"/>
              <a:chOff x="9058465" y="1331404"/>
              <a:chExt cx="342614" cy="473297"/>
            </a:xfrm>
          </p:grpSpPr>
          <p:sp>
            <p:nvSpPr>
              <p:cNvPr id="1892" name="Google Shape;1892;p49"/>
              <p:cNvSpPr/>
              <p:nvPr/>
            </p:nvSpPr>
            <p:spPr>
              <a:xfrm>
                <a:off x="9058465" y="1331404"/>
                <a:ext cx="342614" cy="473297"/>
              </a:xfrm>
              <a:custGeom>
                <a:avLst/>
                <a:gdLst/>
                <a:ahLst/>
                <a:cxnLst/>
                <a:rect l="l" t="t" r="r" b="b"/>
                <a:pathLst>
                  <a:path w="342614" h="473297" extrusionOk="0">
                    <a:moveTo>
                      <a:pt x="0" y="0"/>
                    </a:moveTo>
                    <a:lnTo>
                      <a:pt x="342614" y="0"/>
                    </a:lnTo>
                    <a:lnTo>
                      <a:pt x="342614" y="473297"/>
                    </a:lnTo>
                    <a:lnTo>
                      <a:pt x="0" y="473297"/>
                    </a:ln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3" name="Google Shape;1893;p49"/>
              <p:cNvSpPr/>
              <p:nvPr/>
            </p:nvSpPr>
            <p:spPr>
              <a:xfrm>
                <a:off x="9058465" y="1331404"/>
                <a:ext cx="89344" cy="89535"/>
              </a:xfrm>
              <a:custGeom>
                <a:avLst/>
                <a:gdLst/>
                <a:ahLst/>
                <a:cxnLst/>
                <a:rect l="l" t="t" r="r" b="b"/>
                <a:pathLst>
                  <a:path w="89344" h="89535" extrusionOk="0">
                    <a:moveTo>
                      <a:pt x="89345" y="0"/>
                    </a:moveTo>
                    <a:lnTo>
                      <a:pt x="0" y="0"/>
                    </a:lnTo>
                    <a:lnTo>
                      <a:pt x="0" y="89535"/>
                    </a:lnTo>
                    <a:lnTo>
                      <a:pt x="8934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4" name="Google Shape;1894;p49"/>
              <p:cNvSpPr/>
              <p:nvPr/>
            </p:nvSpPr>
            <p:spPr>
              <a:xfrm>
                <a:off x="9130474" y="1384458"/>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5" name="Google Shape;1895;p49"/>
              <p:cNvSpPr/>
              <p:nvPr/>
            </p:nvSpPr>
            <p:spPr>
              <a:xfrm>
                <a:off x="9130474" y="1416367"/>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6" name="Google Shape;1896;p49"/>
              <p:cNvSpPr/>
              <p:nvPr/>
            </p:nvSpPr>
            <p:spPr>
              <a:xfrm>
                <a:off x="9130474" y="1448181"/>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7" name="Google Shape;1897;p49"/>
              <p:cNvSpPr/>
              <p:nvPr/>
            </p:nvSpPr>
            <p:spPr>
              <a:xfrm>
                <a:off x="9130474" y="1479994"/>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8" name="Google Shape;1898;p49"/>
              <p:cNvSpPr/>
              <p:nvPr/>
            </p:nvSpPr>
            <p:spPr>
              <a:xfrm>
                <a:off x="9130474" y="1511808"/>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9" name="Google Shape;1899;p49"/>
              <p:cNvSpPr/>
              <p:nvPr/>
            </p:nvSpPr>
            <p:spPr>
              <a:xfrm>
                <a:off x="9130474" y="1543621"/>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0" name="Google Shape;1900;p49"/>
              <p:cNvSpPr/>
              <p:nvPr/>
            </p:nvSpPr>
            <p:spPr>
              <a:xfrm>
                <a:off x="9130474" y="1575530"/>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1" name="Google Shape;1901;p49"/>
              <p:cNvSpPr/>
              <p:nvPr/>
            </p:nvSpPr>
            <p:spPr>
              <a:xfrm>
                <a:off x="9130474" y="1607343"/>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2" name="Google Shape;1902;p49"/>
              <p:cNvSpPr/>
              <p:nvPr/>
            </p:nvSpPr>
            <p:spPr>
              <a:xfrm>
                <a:off x="9130474" y="1639157"/>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3" name="Google Shape;1903;p49"/>
              <p:cNvSpPr/>
              <p:nvPr/>
            </p:nvSpPr>
            <p:spPr>
              <a:xfrm>
                <a:off x="9130474" y="1670970"/>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4" name="Google Shape;1904;p49"/>
              <p:cNvSpPr/>
              <p:nvPr/>
            </p:nvSpPr>
            <p:spPr>
              <a:xfrm>
                <a:off x="9130474" y="1702784"/>
                <a:ext cx="198501" cy="11048"/>
              </a:xfrm>
              <a:custGeom>
                <a:avLst/>
                <a:gdLst/>
                <a:ahLst/>
                <a:cxnLst/>
                <a:rect l="l" t="t" r="r" b="b"/>
                <a:pathLst>
                  <a:path w="198501" h="11048" extrusionOk="0">
                    <a:moveTo>
                      <a:pt x="0" y="0"/>
                    </a:moveTo>
                    <a:lnTo>
                      <a:pt x="198501" y="0"/>
                    </a:lnTo>
                    <a:lnTo>
                      <a:pt x="198501"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5" name="Google Shape;1905;p49"/>
              <p:cNvSpPr/>
              <p:nvPr/>
            </p:nvSpPr>
            <p:spPr>
              <a:xfrm>
                <a:off x="9130474" y="1734597"/>
                <a:ext cx="120015" cy="11049"/>
              </a:xfrm>
              <a:custGeom>
                <a:avLst/>
                <a:gdLst/>
                <a:ahLst/>
                <a:cxnLst/>
                <a:rect l="l" t="t" r="r" b="b"/>
                <a:pathLst>
                  <a:path w="120015" h="11049" extrusionOk="0">
                    <a:moveTo>
                      <a:pt x="0" y="0"/>
                    </a:moveTo>
                    <a:lnTo>
                      <a:pt x="120015" y="0"/>
                    </a:lnTo>
                    <a:lnTo>
                      <a:pt x="120015" y="11049"/>
                    </a:lnTo>
                    <a:lnTo>
                      <a:pt x="0" y="110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09"/>
        <p:cNvGrpSpPr/>
        <p:nvPr/>
      </p:nvGrpSpPr>
      <p:grpSpPr>
        <a:xfrm>
          <a:off x="0" y="0"/>
          <a:ext cx="0" cy="0"/>
          <a:chOff x="0" y="0"/>
          <a:chExt cx="0" cy="0"/>
        </a:xfrm>
      </p:grpSpPr>
      <p:sp>
        <p:nvSpPr>
          <p:cNvPr id="1910" name="Google Shape;1910;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Medium" panose="020B0604020202020204" charset="0"/>
                <a:ea typeface="Roboto Medium" panose="020B0604020202020204" charset="0"/>
              </a:rPr>
              <a:t>Resources</a:t>
            </a:r>
            <a:endParaRPr>
              <a:latin typeface="Roboto Medium" panose="020B0604020202020204" charset="0"/>
              <a:ea typeface="Roboto Medium" panose="020B0604020202020204" charset="0"/>
            </a:endParaRPr>
          </a:p>
        </p:txBody>
      </p:sp>
      <p:sp>
        <p:nvSpPr>
          <p:cNvPr id="1911" name="Google Shape;1911;p50"/>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rial (Body)"/>
              </a:rPr>
              <a:t>Did you like the resources in this template? Get them on these websites:</a:t>
            </a:r>
            <a:endParaRPr>
              <a:latin typeface="Arial (Body)"/>
            </a:endParaRPr>
          </a:p>
          <a:p>
            <a:pPr marL="0" lvl="0" indent="0" algn="l" rtl="0">
              <a:spcBef>
                <a:spcPts val="1000"/>
              </a:spcBef>
              <a:spcAft>
                <a:spcPts val="0"/>
              </a:spcAft>
              <a:buNone/>
            </a:pPr>
            <a:r>
              <a:rPr lang="en">
                <a:latin typeface="Arial (Body)"/>
              </a:rPr>
              <a:t>Vectors:</a:t>
            </a:r>
            <a:endParaRPr>
              <a:latin typeface="Arial (Body)"/>
            </a:endParaRPr>
          </a:p>
          <a:p>
            <a:pPr marL="457200" lvl="0" indent="-304800" algn="l" rtl="0">
              <a:spcBef>
                <a:spcPts val="0"/>
              </a:spcBef>
              <a:spcAft>
                <a:spcPts val="0"/>
              </a:spcAft>
              <a:buClr>
                <a:schemeClr val="dk1"/>
              </a:buClr>
              <a:buSzPts val="1200"/>
              <a:buFont typeface="Lato"/>
              <a:buChar char="●"/>
            </a:pPr>
            <a:r>
              <a:rPr lang="en" u="sng">
                <a:solidFill>
                  <a:schemeClr val="hlink"/>
                </a:solidFill>
                <a:latin typeface="Arial (Body)"/>
                <a:hlinkClick r:id="rId3"/>
              </a:rPr>
              <a:t>Illustrated cms concept in flat design</a:t>
            </a:r>
            <a:endParaRPr>
              <a:latin typeface="Arial (Body)"/>
            </a:endParaRPr>
          </a:p>
          <a:p>
            <a:pPr marL="457200" lvl="0" indent="-304800" algn="l" rtl="0">
              <a:spcBef>
                <a:spcPts val="0"/>
              </a:spcBef>
              <a:spcAft>
                <a:spcPts val="0"/>
              </a:spcAft>
              <a:buClr>
                <a:schemeClr val="dk1"/>
              </a:buClr>
              <a:buSzPts val="1200"/>
              <a:buFont typeface="Lato"/>
              <a:buChar char="●"/>
            </a:pPr>
            <a:r>
              <a:rPr lang="en" u="sng">
                <a:solidFill>
                  <a:schemeClr val="hlink"/>
                </a:solidFill>
                <a:latin typeface="Arial (Body)"/>
                <a:hlinkClick r:id="rId4"/>
              </a:rPr>
              <a:t>Cms concept illustration in flat design</a:t>
            </a:r>
            <a:endParaRPr>
              <a:latin typeface="Arial (Body)"/>
            </a:endParaRPr>
          </a:p>
          <a:p>
            <a:pPr marL="0" lvl="0" indent="0" algn="l" rtl="0">
              <a:spcBef>
                <a:spcPts val="1000"/>
              </a:spcBef>
              <a:spcAft>
                <a:spcPts val="0"/>
              </a:spcAft>
              <a:buNone/>
            </a:pPr>
            <a:r>
              <a:rPr lang="en">
                <a:latin typeface="Arial (Body)"/>
              </a:rPr>
              <a:t>Photos:</a:t>
            </a:r>
            <a:endParaRPr>
              <a:latin typeface="Arial (Body)"/>
            </a:endParaRPr>
          </a:p>
          <a:p>
            <a:pPr marL="457200" lvl="0" indent="-304800" algn="l" rtl="0">
              <a:spcBef>
                <a:spcPts val="0"/>
              </a:spcBef>
              <a:spcAft>
                <a:spcPts val="0"/>
              </a:spcAft>
              <a:buSzPts val="1200"/>
              <a:buFont typeface="Lato Light"/>
              <a:buChar char="●"/>
            </a:pPr>
            <a:r>
              <a:rPr lang="en" u="sng">
                <a:solidFill>
                  <a:schemeClr val="hlink"/>
                </a:solidFill>
                <a:latin typeface="Arial (Body)"/>
                <a:hlinkClick r:id="rId5"/>
              </a:rPr>
              <a:t>High angle man working on laptop</a:t>
            </a:r>
            <a:endParaRPr>
              <a:latin typeface="Arial (Body)"/>
            </a:endParaRPr>
          </a:p>
          <a:p>
            <a:pPr marL="457200" lvl="0" indent="-304800" algn="l" rtl="0">
              <a:spcBef>
                <a:spcPts val="0"/>
              </a:spcBef>
              <a:spcAft>
                <a:spcPts val="0"/>
              </a:spcAft>
              <a:buSzPts val="1200"/>
              <a:buFont typeface="Lato Light"/>
              <a:buChar char="●"/>
            </a:pPr>
            <a:r>
              <a:rPr lang="en" u="sng">
                <a:solidFill>
                  <a:schemeClr val="hlink"/>
                </a:solidFill>
                <a:latin typeface="Arial (Body)"/>
                <a:hlinkClick r:id="rId6"/>
              </a:rPr>
              <a:t>People working together in an animation studio</a:t>
            </a:r>
            <a:endParaRPr>
              <a:latin typeface="Arial (Body)"/>
            </a:endParaRPr>
          </a:p>
        </p:txBody>
      </p:sp>
    </p:spTree>
  </p:cSld>
  <p:clrMapOvr>
    <a:masterClrMapping/>
  </p:clrMapOvr>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1704</TotalTime>
  <Words>2495</Words>
  <Application>Microsoft Office PowerPoint</Application>
  <PresentationFormat>On-screen Show (16:9)</PresentationFormat>
  <Paragraphs>323</Paragraphs>
  <Slides>22</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Roboto Medium</vt:lpstr>
      <vt:lpstr>Lato</vt:lpstr>
      <vt:lpstr>Raleway</vt:lpstr>
      <vt:lpstr>Arial</vt:lpstr>
      <vt:lpstr>Nunito Light</vt:lpstr>
      <vt:lpstr>Lato Light</vt:lpstr>
      <vt:lpstr>PT Sans</vt:lpstr>
      <vt:lpstr>Open Sans</vt:lpstr>
      <vt:lpstr>Calibri</vt:lpstr>
      <vt:lpstr>Epilogue</vt:lpstr>
      <vt:lpstr>Arial (Body)</vt:lpstr>
      <vt:lpstr>Multimedia Software Pitch Deck by Slidesgo</vt:lpstr>
      <vt:lpstr>APPLICATION SERVER</vt:lpstr>
      <vt:lpstr>Table of contents</vt:lpstr>
      <vt:lpstr>What is an Application Server?</vt:lpstr>
      <vt:lpstr>Architecture &amp; Key Components</vt:lpstr>
      <vt:lpstr>Architecture</vt:lpstr>
      <vt:lpstr>Architecture</vt:lpstr>
      <vt:lpstr>Core Features of an Application Server</vt:lpstr>
      <vt:lpstr>Apache Tomcat</vt:lpstr>
      <vt:lpstr>Key ideas in market opportunity</vt:lpstr>
      <vt:lpstr>9h 55m 23s</vt:lpstr>
      <vt:lpstr>4,498,300,000</vt:lpstr>
      <vt:lpstr>Revenue by quarter</vt:lpstr>
      <vt:lpstr>Competition comparison</vt:lpstr>
      <vt:lpstr>Product infographic</vt:lpstr>
      <vt:lpstr>Timeline of your presentation</vt:lpstr>
      <vt:lpstr>Organizational chart</vt:lpstr>
      <vt:lpstr>Market size overview</vt:lpstr>
      <vt:lpstr>Roadmap infographic</vt:lpstr>
      <vt:lpstr>KPI dashboard</vt:lpstr>
      <vt:lpstr>Thanks!</vt:lpstr>
      <vt:lpstr>Alternative resources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SERVER</dc:title>
  <cp:lastModifiedBy>Đán Đào</cp:lastModifiedBy>
  <cp:revision>103</cp:revision>
  <dcterms:modified xsi:type="dcterms:W3CDTF">2025-06-02T20:11:32Z</dcterms:modified>
</cp:coreProperties>
</file>